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983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First contact -- coax the orientation flag out of the Guide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01/first-contact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40" b="0">
                <a:solidFill>
                  <a:srgbClr val="F6F9F8"/>
                </a:solidFill>
                <a:latin typeface="Arial"/>
              </a:rPr>
              <a:t>Review how the built-in challenge models first contact -- coax the orientation flag out of the guide, focusing on its direct-injection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967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First contact -- coax the orientation flag out of the Guide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01/first-contact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49516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Fingerprint the backing model/provider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02/fingerprint-model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fingerprint the backing model/provider, focusing on its recon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Model, provider, route, error, and capability details cross from internal configuration to an external caller.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metadata is necessary for this caller? Can errors, banners, schemas, or undocumented routes reveal additional capability?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Discovery surfaces should disclose only what an authenticated user needs for an authorised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9935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Fingerprint the backing model/provider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02/fingerprint-model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Minimise banners and errors, authenticate discovery endpoints, inventory routes and schemas, and rate-limit enumeration.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Compare permitted and unauthorised synthetic clients and assert that only the documented minimum metadata is returned.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Removing a route from user documentation does not make the reachable endpoint private.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4919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Discover an undocumented internal endpoint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02/enumerate-surfaces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discover an undocumented internal endpoint, focusing on its recon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Model, provider, route, error, and capability details cross from internal configuration to an external caller.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metadata is necessary for this caller? Can errors, banners, schemas, or undocumented routes reveal additional capability?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Discovery surfaces should disclose only what an authenticated user needs for an authorised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99033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Discover an undocumented internal endpoint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02/enumerate-surfaces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Minimise banners and errors, authenticate discovery endpoints, inventory routes and schemas, and rate-limit enumeration.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Compare permitted and unauthorised synthetic clients and assert that only the documented minimum metadata is returned.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Removing a route from user documentation does not make the reachable endpoint private.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4887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Dump service config via a verbose 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02/leak-config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dump service config via a verbose error, focusing on its recon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Model, provider, route, error, and capability details cross from internal configuration to an external caller.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metadata is necessary for this caller? Can errors, banners, schemas, or undocumented routes reveal additional capability?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Discovery surfaces should disclose only what an authenticated user needs for an authorised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9871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Dump service config via a verbose 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02/leak-config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Minimise banners and errors, authenticate discovery endpoints, inventory routes and schemas, and rate-limit enumeration.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Compare permitted and unauthorised synthetic clients and assert that only the documented minimum metadata is returned.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Removing a route from user documentation does not make the reachable endpoint private.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009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4855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Direct prompt injection -&gt; leak the system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03/sys-prompt-leak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direct prompt injection -&gt; leak the system prompt, focusing on its direct-injection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98389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Direct prompt injection -&gt; leak the system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03/sys-prompt-leak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4822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Indirect prompt injection via auto-retrieved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03/indirect-injection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indirect prompt injection via auto-retrieved notes, focusing on its indirect-injection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9806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Indirect prompt injection via auto-retrieved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03/indirect-injection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4790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Excessive agency -&gt; exfiltrate the mail API 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03/tool-exfil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excessive agency -&gt; exfiltrate the mail api key, focusing on its tool-abuse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model-selected action crosses into a tool or service that has real authority and external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principal authorises the effect? Can model-controlled arguments exceed the intended task or data scope?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availability is not action authorisation; the system that owns the effect must enforce policy for each call.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9774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Excessive agency -&gt; exfiltrate the mail API 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03/tool-exfil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narrow tools, per-action authorisation, allow-listed arguments, minimal credentials, confirmation for sensitive effects, and audit logs.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Exercise permitted and denied actions with synthetic accounts and assert enforcement at the tool or service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model refusal or tool description cannot contain authority that the downstream service fails to enforce.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47583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Memory poisoning -&gt; persistence across 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03/memory-poisoning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memory poisoning -&gt; persistence across turns, focusing on its memory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9742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Memory poisoning -&gt; persistence across 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03/memory-poisoning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4726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Transitive trust -&gt; reviewer acts on your ticket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04/trust-exploitation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transitive trust -&gt; reviewer acts on your ticket, focusing on its a2a-trust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principal, object, task, or delegated action crosses an identity and authorisation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principal is authenticated? Is the object and delegated action authorised for that principal?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Declared identity and delegated context are claims; authenticate the caller and authorise the resulting action.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9710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Transitive trust -&gt; reviewer acts on your ticket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04/trust-exploitation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signed identities, audience-bound credentials, object-level checks, task ownership, and least privilege.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negative authorisation tests for wrong users, objects, audiences, tasks, and replayed context identifiers.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valid sender or token does not automatically authorise every downstream object or action.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019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46939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Send an unsigned A2A JSON-RPC 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04/message-manipulation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send an unsigned a2a json-rpc message, focusing on its a2a-message/send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principal, object, task, or delegated action crosses an identity and authorisation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principal is authenticated? Is the object and delegated action authorised for that principal?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Declared identity and delegated context are claims; authenticate the caller and authorise the resulting 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9677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Send an unsigned A2A JSON-RPC 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04/message-manipulation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signed identities, audience-bound credentials, object-level checks, task ownership, and least privilege.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negative authorisation tests for wrong users, objects, audiences, tasks, and replayed context identifiers.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valid sender or token does not automatically authorise every downstream object or action.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4661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Impersonate a trusted approver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04/agent-impersonation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impersonate a trusted approver, focusing on its a2a-message-identity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principal, object, task, or delegated action crosses an identity and authorisation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principal is authenticated? Is the object and delegated action authorised for that principal?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Declared identity and delegated context are claims; authenticate the caller and authorise the resulting action.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96456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Impersonate a trusted approver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04/agent-impersonation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signed identities, audience-bound credentials, object-level checks, task ownership, and least privilege.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negative authorisation tests for wrong users, objects, audiences, tasks, and replayed context identifiers.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valid sender or token does not automatically authorise every downstream object or action.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14629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Agent session smuggling across a stateful A2A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04/session-smuggling · impossible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agent session smuggling across a stateful a2a session, focusing on its a2a-context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Conversation state and delegated authority cross message, task, and session boundaries over time.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owns the context and each message? Can replay, reordering, or partial validation change the cumulative meaning?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Every message must be authenticated and authorised in the context of the accumulated session state.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19613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Agent session smuggling across a stateful A2A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04/session-smuggling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Bind context identifiers to authenticated principals, authorise every transition, validate cumulative state, and expire replayable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harmless cross-user, replayed, split, and out-of-order messages to confirm the state machine rejects invalid transitions.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Validating each message in isolation can miss a prohibited meaning assembled across several messages.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24597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Poison the knowledge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05/knowledge-poisoning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poison the knowledge base, focusing on its rag-source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Indexed content, similarity scores, or derived vectors cross from a data store into a trusted answer.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can add or rank content? What can similarity, provenance, or output precision disclose?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Relevance is not trust; retrieval, provenance, privacy, and instruction handling are separate decisions.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29581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Poison the knowledge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05/knowledge-poisoning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Control ingestion, preserve provenance, isolate instructions from retrieved data, minimise precision, and authorise the corpus.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documents and records to test ranking, provenance display, tenant isolation, and privacy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high similarity score or authoritative-looking citation does not establish integrity or permission.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34565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Out-rank the real documents for a victim query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05/retrieval-manipulation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out-rank the real documents for a victim query, focusing on its rag-retrieval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Indexed content, similarity scores, or derived vectors cross from a data store into a trusted answer.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can add or rank content? What can similarity, provenance, or output precision disclose?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Relevance is not trust; retrieval, provenance, privacy, and instruction handling are separate decisions.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395489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Out-rank the real documents for a victim query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05/retrieval-manipulation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Control ingestion, preserve provenance, isolate instructions from retrieved data, minimise precision, and authorise the corpus.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documents and records to test ranking, provenance display, tenant isolation, and privacy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high similarity score or authoritative-looking citation does not establish integrity or permission.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029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44532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Spoof a trusted citation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05/citation-spoofing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spoof a trusted citation, focusing on its rag-trust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Indexed content, similarity scores, or derived vectors cross from a data store into a trusted answer.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can add or rank content? What can similarity, provenance, or output precision disclose?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Relevance is not trust; retrieval, provenance, privacy, and instruction handling are separate decisions.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49516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Spoof a trusted citation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05/citation-spoofing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Control ingestion, preserve provenance, isolate instructions from retrieved data, minimise precision, and authorise the corpus.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documents and records to test ranking, provenance display, tenant isolation, and privacy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high similarity score or authoritative-looking citation does not establish integrity or permission.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545006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Reconstruct source text with a reference corpus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06/embedding-inversion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reconstruct source text with a reference corpus, focusing on its embedding-inversion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Derived vectors and similarity decisions cross privacy, tenant, and policy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may query the vectors and at what precision? Can outputs reveal membership, reconstruct content, or bypass a text-only policy?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Embeddings can retain information about source records and should not serve as identity or authorisation controls.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59484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Reconstruct source text with a reference corpus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06/embedding-inversion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Authorise vector access, isolate tenants, minimise returned precision, rate-limit queries, and enforce policy on canonical source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canary records to measure leakage and verify that similarity cannot replace exact policy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derived representation is not automatically anonymous, and semantic similarity is not an access-control decision.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64468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Confirm a record is present in the 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06/membership-inference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confirm a record is present in the store, focusing on its embedding-mia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Derived vectors and similarity decisions cross privacy, tenant, and policy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may query the vectors and at what precision? Can outputs reveal membership, reconstruct content, or bypass a text-only policy?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Embeddings can retain information about source records and should not serve as identity or authorisation controls.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694523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Confirm a record is present in the 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06/membership-inference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Authorise vector access, isolate tenants, minimise returned precision, rate-limit queries, and enforce policy on canonical source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canary records to measure leakage and verify that similarity cannot replace exact policy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derived representation is not automatically anonymous, and semantic similarity is not an access-control decision.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74436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Bypass a text check via an embedding collision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06/embedding-collision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bypass a text check via an embedding collision, focusing on its embedding-collision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Derived vectors and similarity decisions cross privacy, tenant, and policy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may query the vectors and at what precision? Can outputs reveal membership, reconstruct content, or bypass a text-only policy?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Embeddings can retain information about source records and should not serve as identity or authorisation controls.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79420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Bypass a text check via an embedding collision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06/embedding-collision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Authorise vector access, isolate tenants, minimise returned precision, rate-limit queries, and enforce policy on canonical source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canary records to measure leakage and verify that similarity cannot replace exact policy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derived representation is not automatically anonymous, and semantic similarity is not an access-control decision.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84404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tools: tool-description poisoning hijacks the host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07/tool-poisoning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tools: tool-description poisoning hijacks the host, focusing on its tools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descriptions and results cross from a server-controlled metadata plane into model planning and user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metadata reaches the model or approval UI? Does execution use the same reviewed, authenticated definition?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metadata is untrusted content and must not silently grant authority or inject instructions.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89387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tools: tool-description poisoning hijacks the host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07/tool-poisoning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Authenticate servers, sanitise and canonicalise metadata, show security-relevant fields, and authorise every call outside the description.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benign instruction-like metadata to confirm it remains visible as data and cannot broaden a tool's permitted effect.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harmless tool name can conceal instructions in descriptions, annotations, or returned content.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039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94371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resources: path traversal in resources/read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07/resource-traversal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resources: path traversal in resources/read, focusing on its resources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An untrusted path or URI crosses into filesystem resolution outside an authorised root.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What is the canonical allowed root? Can decoding, symlinks, alternate separators, or races change the resolved target?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Access decisions must use the final canonical target and remain safe across encoding, absolute paths, and symbolic links.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993556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resources: path traversal in resources/read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07/resource-traversal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Resolve paths safely, reject absolute and escaping targets, enforce containment after canonicalisation, and run with minimal filesystem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temporary in-root and out-of-root fixtures with encoded, absolute, separator, and symlink cases and assert fail-closed behavior.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String-prefix checks can approve sibling paths or links whose final target lies outside the intended root.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04339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prompts: argument injection discloses a privileged template block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07/prompt-injection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prompts: argument injection discloses a privileged template block, focusing on its prompts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09323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prompts: argument injection discloses a privileged template block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07/prompt-injection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143073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sampling: server-initiated sampling exfiltrates host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07/sampling-abuse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sampling: server-initiated sampling exfiltrates host context, focusing on its sampling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server-requested model call crosses back into host context, credentials, tokens, and compute budgets.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context is shared with the sampled model? Who authorises the purpose, model, token budget, and returned destination?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Sampling is a privileged host action that needs explicit purpose, context minimisation, consent, and resource limits.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19291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sampling: server-initiated sampling exfiltrates host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07/sampling-abuse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Require informed consent, minimise context, isolate credentials, allow-list models and purposes, cap tokens and cost, and audit results.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host context and bounded budgets to confirm an untrusted server cannot expand context or repeat calls silently.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Approving the parent tool call does not automatically approve every server-initiated model call it requests.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24275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roots: declared client roots are not enforced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07/roots-bypass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roots: declared client roots are not enforced, focusing on its roots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client-declared root, permission, or resource scope crosses into server-side access control.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defines and enforces the allowed scope? Is the resource canonicalised before containment and permission checks?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Servers must enforce the intersection of declared scope, authenticated identity, and canonical resource location.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29259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roots: declared client roots are not enforced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07/roots-bypass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Enforce scopes server-side, canonicalise resource identifiers, deny ambient access, and apply least privilege to the host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in-scope and out-of-scope resources, including encoded and absolute forms, to confirm containment fails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Advertising a root or permission to the model does not enforce it at the filesystem or service boundary.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342429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elicitation: server elicits credentials the host auto-answers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07/elicitation-phishing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elicitation: server elicits credentials the host auto-answers, focusing on its elicitation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server-generated request crosses into a trusted user interaction and may solicit sensitive input.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Can the user see who requested the value and why? Can the host auto-fill credentials or accept undeclared fields?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Elicitation needs a trusted host UI, clear server identity and purpose, schema limits, and no automatic secret completion.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39226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elicitation: server elicits credentials the host auto-answers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07/elicitation-phishing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Render elicitations in trusted chrome, show provenance, allow-list schemas, block secret autofill, and require explicit user consent.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Send benign unexpected and sensitive-looking fields and confirm the host refuses, redacts, or requires an explicit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valid elicitation schema does not make the requested value appropriate for that server.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049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44210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logging: debug log notifications leak a session token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07/logging-leak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logging: debug log notifications leak a session token, focusing on its logging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Runtime secrets and personal data cross into diagnostic notifications, logs, and support exports.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values can reach debug output? Who may change verbosity and retrieve the resulting records?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Logging level changes must not bypass data classification, redaction, or caller authorisation.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49194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logging: debug log notifications leak a session token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07/logging-leak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structured allow-listed logging, redact at source, restrict verbosity changes, separate tenants, and apply retention controls.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Exercise each log level with synthetic canaries and assert that sensitive fields never appear for unauthorised readers.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Disabling verbose logs in production does not fix code paths that still format secrets before filtering.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54178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completion: autocompletion enumerates secret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07/completion-leak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completion: autocompletion enumerates secret values, focusing on its completion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Autocompletion crosses from partial user input into internal indexes, identifiers, or secret-backed values.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corpus backs suggestions? Is every suggested value authorised for this principal and purpose?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Completion sources need the same object and field authorisation as the final read operation.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591623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completion: autocompletion enumerates secret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07/completion-leak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non-sensitive suggestion indexes, enforce field-level authorisation, cap results, and avoid secret stores as completion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Probe with benign prefixes under different identities and assert that suggestions reveal only each caller's allowed namespace.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Hiding a complete value is insufficient when repeated prefix queries can enumerate it incrementally.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64146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tools: rug-pull -- tool behaviour changes after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07/rug-pull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tools: rug-pull -- tool behaviour changes after approval, focusing on its tools (rug-pull)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previously reviewed tool definition changes between approval, discovery, and execution.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digest was approved? What forces re-review when the definition or server identity changes?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Approval applies to an immutable definition digest and must be invalidated when security-relevant metadata or behavior changes.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69130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tools: rug-pull -- tool behaviour changes after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07/rug-pull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Pin signed definitions, compare canonical digests before every call, cache immutably, and require re-approval for any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two benign versions of one tool and assert that the second cannot run under approval granted to the first.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Periodic refresh without digest-bound approval creates a time-of-check/time-of-use gap.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74114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tools: command injection -&gt; remote code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07/command-injection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tools: command injection -&gt; remote code execution, focusing on its tools (rce)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arguments cross into a shell, interpreter, dynamic loader, or operating-system process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Is a shell or evaluator involved? Are executable identity and every argument fixed or independently allow-listed?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Data must remain structured arguments and must never become executable command syntax.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790979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tools: command injection -&gt; remote code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07/command-injection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Remove shell evaluation, call fixed executables with argument arrays, validate typed values, drop privileges, and sandbox the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harmless metacharacter and unexpected-argument fixtures and assert they are rejected or passed literally without side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Escaping for one shell or platform is fragile; avoiding the interpreter is the durable control.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84081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2026 routing: header/body policy desynchronization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07/header-routing-confusion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2026 routing: header/body policy desynchronization, focusing on its streamable-http-routing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Identity and request meaning cross proxies, origins, sessions, protocol versions, or downstream services.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layer decides request meaning? Are origin, audience, version, and session identifiers bound exactly?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Every layer must agree on one canonical request and bind credentials to the intended origin, audience, and session.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29/110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89065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2026 routing: header/body policy desynchronization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07/header-routing-confusion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Canonicalise once, validate exact origins and audiences, use unpredictable sessions, and reject contradictory routing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Exercise mismatched headers and metadata with harmless requests and assert that every layer reaches the same deny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gateway and application can each appear correct while authorising different interpretations of one request.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059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940496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tools: Unicode-concealed tool-description poisoning past the scanner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07/unicode-tool-poisoning · impossible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40" b="0">
                <a:solidFill>
                  <a:srgbClr val="F6F9F8"/>
                </a:solidFill>
                <a:latin typeface="Arial"/>
              </a:rPr>
              <a:t>Review how the built-in challenge models tools: unicode-concealed tool-description poisoning past the scanner, focusing on its tools (concealment)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Unicode formatting and confusable characters cross from raw metadata into scanning, display, and model-visible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normalization form is enforced? Are bidirectional controls, zero-width characters, and confusables exposed to reviewers?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Security review and execution must use one canonical representation while preserving warnings about concealed characters.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299033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6F9F8"/>
                </a:solidFill>
                <a:latin typeface="Arial"/>
              </a:rPr>
              <a:t>Resolution · tools: Unicode-concealed tool-description poisoning past the scanner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07/unicode-tool-poisoning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Normalize consistently, reject or visibly escape control characters, detect confusables, and scan the same canonical text shown to users.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harmless strings containing bidi, zero-width, and confusable characters and assert identical scanner and display decisions.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Stripping a subset of invisible characters can create a second, differently interpreted representation.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04017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RCE via unsafe model deserialization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08/malicious-weights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rce via unsafe model deserialization, focusing on its supply-weights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model artifact crosses from storage into a loader that may instantiate executable objects or custom operators.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Can the format encode executable objects or custom code? Where are provenance, signature, and digest verified before loading?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Model loading should consume data-only formats and occur in isolation before an artifact reaches production authority.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09001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RCE via unsafe model deserialization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08/malicious-weights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Prefer safe tensor formats, verify signed provenance and immutable digests, scan or convert in a sandbox, and block custom loading hooks.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Load only benign fixtures in an isolated process and assert unsafe formats, unknown operators, and provenance failures are rejected.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model repository or familiar extension does not guarantee that the loader treats the file as data only.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13985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Backdoor the model via dataset poisoning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08/poisoned-dataset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backdoor the model via dataset poisoning, focusing on its supply-data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Training or retrieval records cross from collection and labeling into learned or indexed behavior.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can add or relabel records? Which tests detect targeted triggers, skew, duplication, or provenance gaps?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Dataset integrity requires provenance, controlled contribution, anomaly review, and behavior-focused validation before promotion.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18969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Backdoor the model via dataset poisoning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08/poisoned-dataset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Version and sign datasets, restrict writers, review labels, deduplicate, scan anomalies, and evaluate targeted slices before deployment.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Add harmless synthetic outliers and trigger-like canaries and assert ingestion or evaluation identifies them before promotion.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Aggregate quality metrics can remain healthy while a small targeted subset creates a reliable backdoor.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239529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Inject behaviour via a backdoored adapter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08/backdoored-adapter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inject behaviour via a backdoored adapter, focusing on its supply-adapter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An adapter or fine-tune delta crosses into a trusted base model and changes behavior without replacing the full artifact.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signed identity produced the adapter? What targeted behavior changes appear when it is composed with the approved base?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Adapters need independent provenance and behavioral evaluation because their small size does not limit their authority.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28936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Inject behaviour via a backdoored adapter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08/backdoored-adapter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Pin signed adapter digests, restrict loading, scan formats, evaluate targeted and safety suites, and promote the composed model as one artifact.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Compare a benign adapter and an unapproved digest in isolation and assert only the evaluated composition can be promoted.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Trust in the base model does not transfer to an adapter that can override high-impact behavior.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33920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Win dependency confusion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08/dependency-confusion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win dependency confusion, focusing on its supply-deps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package name crosses internal and public registries where resolution priority may select an unintended publisher.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registry owns the namespace? Can a public package or lookalike name outrank the intended internal dependency?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Dependency identity must bind namespace, registry, version, and digest rather than relying on the package name alone.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389046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Win dependency confusion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08/dependency-confusion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scoped private namespaces, explicit registries, lockfiles and hashes, signed provenance, and deny undeclared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Resolve benign test packages against isolated registries and assert public, unsigned, or hash-mismatched candidates fail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Pinning a version does not help when the same name and version can resolve from the wrong registry.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069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43888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SSRF to cloud metadata -&gt; steal role credentials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09/metadata-ssrf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ssrf to cloud metadata -&gt; steal role credentials, focusing on its infra-ssrf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model-facing workload crosses into cloud metadata, administrative APIs, registries, or network destinations.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destinations can the workload reach? Which administrative or registry actions require authentication?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Workload identity and egress are authority boundaries; model-facing services should carry minimal ambient privilege.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48872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SSRF to cloud metadata -&gt; steal role credentials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09/metadata-ssrf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Default-deny egress, use workload identity, require admin authentication, isolate metadata, and keep secrets out of artifacts.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policy and use inert internal endpoints to confirm blocked destinations and authenticated administration.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Application input validation cannot compensate for broad network reach and over-privileged workload credentials.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538563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Abuse an unauthenticated admin inference route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09/open-inference-api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abuse an unauthenticated admin inference route, focusing on its infra-api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model or inference administration operation crosses from a network client into privileged runtime configuration and resources.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principal may invoke each administrative operation? Is the route separated from public inference traffic and ambient workload identity?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Administrative inference routes require strong authentication, explicit authorisation, isolation, and narrow network exposure.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58840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Abuse an unauthenticated admin inference route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09/open-inference-api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Require authenticated workload identity, role-based action checks, private network exposure, rate limits, and complete audit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authorised and unauthorised synthetic principals to verify every administrative method and object denies by default.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private-looking path or undocumented endpoint is not an authentication or authorisation control.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63824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Recover a secret from a model card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09/registry-secrets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recover a secret from a model card, focusing on its infra-secrets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configuration or identity data crosses into a response, log, completion, or model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Where is sensitive data introduced? Which output, error, metadata, or completion path can reveal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Secrets should remain outside prompts and should be disclosed only through explicit, authorised interfaces.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68808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Recover a secret from a model card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09/registry-secrets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secrets manager, minimise context, redact errors and logs, authorise reads, and monitor disclosure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Test redaction and access decisions with synthetic canaries and assert that unauthorised callers receive no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Masking the final response is insufficient when the same value remains available through debug or metadata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flag verifier.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73791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Inventory the high-value AI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10/asset-inventory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inventory the high-value ai assets, focusing on its tm-assets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Assets, principals, data flows, and effects cross one or more explicitly modelled trust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asset and principal are involved? What ordered path connects entry, privilege, action, and impact?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useful threat model explains relationships and complete paths rather than listing security keywords.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78775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Inventory the high-value AI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10/asset-inventory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Record assets, trust boundaries, data flows, assumptions, ranked paths, owners, and controls tied to each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models for concrete actors and ordered relationships; reject disconnected keyword inventories.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complete list of terms can still omit the relationship that makes a scenario possible.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artifact verifier.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837596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Map trust boundaries &amp; data 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10/trust-boundaries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map trust boundaries &amp; data flows, focusing on its tm-boundaries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Assets, principals, data flows, and effects cross one or more explicitly modelled trust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asset and principal are involved? What ordered path connects entry, privilege, action, and impact?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useful threat model explains relationships and complete paths rather than listing security keywords.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39/110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887435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Map trust boundaries &amp; data 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10/trust-boundaries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Record assets, trust boundaries, data flows, assumptions, ranked paths, owners, and controls tied to each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models for concrete actors and ordered relationships; reject disconnected keyword inventories.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complete list of terms can still omit the relationship that makes a scenario possible.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artifact verifier.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079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937274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Enumerate end-to-end attack paths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10/attack-paths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enumerate end-to-end attack paths, focusing on its tm-paths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Assets, principals, data flows, and effects cross one or more explicitly modelled trust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asset and principal are involved? What ordered path connects entry, privilege, action, and impact?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useful threat model explains relationships and complete paths rather than listing security keywords.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080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3987113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Enumerate end-to-end attack paths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10/attack-paths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Record assets, trust boundaries, data flows, assumptions, ranked paths, owners, and controls tied to each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models for concrete actors and ordered relationships; reject disconnected keyword inventories.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complete list of terms can still omit the relationship that makes a scenario possible.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artifact verifier.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081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036952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Initial access via indirect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11/initial-access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initial access via indirect injection, focusing on its chain-access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Several individually limited weaknesses compose across content, identity, tools, data, and infrastructure.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earlier weakness enables the next step? Which control breaks the chain earliest and most reliably?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Security review must follow end-to-end authority and data flow because local controls can fail in composition.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082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08679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Initial access via indirect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11/initial-access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layered controls, trace provenance, minimise ambient authority, segment systems, and retain cross-service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Validate each boundary independently with safe fixtures, then review the composed data flow without executing an attack 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control may stop one step while leaving another route to the same privileged effect.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083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13663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Pivot through ambient authority to the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11/pivot-vault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pivot through ambient authority to the vault, focusing on its chain-pivot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Several individually limited weaknesses compose across content, identity, tools, data, and infrastructure.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earlier weakness enables the next step? Which control breaks the chain earliest and most reliably?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Security review must follow end-to-end authority and data flow because local controls can fail in composition.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084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186469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Pivot through ambient authority to the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11/pivot-vault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layered controls, trace provenance, minimise ambient authority, segment systems, and retain cross-service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Validate each boundary independently with safe fixtures, then review the composed data flow without executing an attack 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control may stop one step while leaving another route to the same privileged effect.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085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236308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Exfiltrate the crown-jewel secret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builtin · 11/exfil-crown-jewel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how the built-in challenge models exfiltrate the crown-jewel secret, focusing on its chain-exfil trust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Several individually limited weaknesses compose across content, identity, tools, data, and infrastructure.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earlier weakness enables the next step? Which control breaks the chain earliest and most reliably?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Security review must follow end-to-end authority and data flow because local controls can fail in composition.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086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builtin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286147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Exfiltrate the crown-jewel secret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Defensive resolution and review gotchas for builtin · 11/exfil-crown-jewel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layered controls, trace provenance, minimise ambient authority, segment systems, and retain cross-service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Validate each boundary independently with safe fixtures, then review the composed data flow without executing an attack 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control may stop one step while leaving another route to the same privileged effect.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Built-in oracle verifier.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087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335985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Extract the System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L1-01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Extract the System Prompt scenario as implemented by OpenA2A, focusing on its data-exfiltration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configuration or identity data crosses into a response, log, completion, or model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Where is sensitive data introduced? Which output, error, metadata, or completion path can reveal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Secrets should remain outside prompts and should be disclosed only through explicit, authorised interfaces.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088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385824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Extract the System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L1-01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secrets manager, minimise context, redact errors and logs, authorise reads, and monitor disclosure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Test redaction and access decisions with synthetic canaries and assert that unauthorised callers receive no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Masking the final response is insufficient when the same value remains available through debug or metadata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089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435663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API Key Leak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L1-02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API Key Leak scenario as implemented by OpenA2A, focusing on its data-exfiltration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configuration or identity data crosses into a response, log, completion, or model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Where is sensitive data introduced? Which output, error, metadata, or completion path can reveal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Secrets should remain outside prompts and should be disclosed only through explicit, authorised interfaces.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485502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API Key Leak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L1-02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secrets manager, minimise context, redact errors and logs, authorise reads, and monitor disclosure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Test redaction and access decisions with synthetic canaries and assert that unauthorised callers receive no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Masking the final response is insufficient when the same value remains available through debug or metadata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535341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Basic Prompt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L1-03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Basic Prompt Injection scenario as implemented by OpenA2A, focusing on its prompt-injection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585180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Basic Prompt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L1-03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635019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Jailbreak via Roleplay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L2-01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Jailbreak via Roleplay scenario as implemented by OpenA2A, focusing on its jailbreak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684858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Jailbreak via Roleplay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734697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Context Window Manipulation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L2-02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Context Window Manipulation scenario as implemented by OpenA2A, focusing on its context-manipulation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784536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Context Window Manipulation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834375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MCP Path Traversal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L2-03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MCP Path Traversal scenario as implemented by OpenA2A, focusing on its mcp-exploitation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An untrusted path or URI crosses into filesystem resolution outside an authorised root.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What is the canonical allowed root? Can decoding, symlinks, alternate separators, or races change the resolved target?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Access decisions must use the final canonical target and remain safe across encoding, absolute paths, and symbolic links.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49/110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884214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MCP Path Traversal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Resolve paths safely, reject absolute and escaping targets, enforce containment after canonicalisation, and run with minimal filesystem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temporary in-root and out-of-root fixtures with encoded, absolute, separator, and symlink cases and assert fail-closed behavior.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String-prefix checks can approve sibling paths or links whose final target lies outside the intended root.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099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934052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Persistent Memory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L2-04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Persistent Memory Injection scenario as implemented by OpenA2A, focusing on its memory-injection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4983891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Persistent Memory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033730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Memory Credential Extraction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L2-05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Memory Credential Extraction scenario as implemented by OpenA2A, focusing on its memory-injection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configuration or identity data crosses into a response, log, completion, or model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Where is sensitive data introduced? Which output, error, metadata, or completion path can reveal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Secrets should remain outside prompts and should be disclosed only through explicit, authorised interfaces.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083569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Memory Credential Extraction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secrets manager, minimise context, redact errors and logs, authorise reads, and monitor disclosure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Test redaction and access decisions with synthetic canaries and assert that unauthorised callers receive no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Masking the final response is insufficient when the same value remains available through debug or metadata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133408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Context Padding Attack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L2-06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Context Padding Attack scenario as implemented by OpenA2A, focusing on its context-overflow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183247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Context Padding Attack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233086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Safety Instruction Displacement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L2-07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Safety Instruction Displacement scenario as implemented by OpenA2A, focusing on its context-overflow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282925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Safety Instruction Displacement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332764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Malicious Tool Registration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L2-08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Malicious Tool Registration scenario as implemented by OpenA2A, focusing on its tool-registry-poisoning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tool manifest crosses from an external registry or publisher into the trusted capability catalog.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registry and publisher identity are trusted? Are manifest signatures, source revisions, and requested capabilities verified before approval?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Registration is a software provenance decision: only authenticated publishers and reviewed, immutable tool definitions may become callable.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382603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Malicious Tool Registration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40" b="0">
                <a:solidFill>
                  <a:srgbClr val="F6F9F8"/>
                </a:solidFill>
                <a:latin typeface="Arial"/>
              </a:rPr>
              <a:t>Use approved registries, signed manifests, verified publisher identities, pinned source revisions, capability review, and an explicit tool allow-list.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Submit benign signed, unsigned, altered, and unapproved manifests and assert that only the approved identity and exact digest can register.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Schema-valid metadata can still describe an untrusted implementation; validation does not establish publisher or source authenticity.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109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432442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 Call MITM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L2-09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Tool Call MITM scenario as implemented by OpenA2A, focusing on its tool-mitm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calls and results cross a network or intermediary that could replace the server, request, or response.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How is the server authenticated? Are request identity, response identity, integrity, freshness, and channel binding verified?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The host must authenticate the tool endpoint and bind each response to the intended request and server identity.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482281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Tool Call MITM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L2-09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40" b="0">
                <a:solidFill>
                  <a:srgbClr val="F6F9F8"/>
                </a:solidFill>
                <a:latin typeface="Arial"/>
              </a:rPr>
              <a:t>Use authenticated encrypted transport, pinned service identity where appropriate, request-response correlation, replay protection, and integrity checks.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benign test endpoint with the wrong identity or correlation value and assert the host rejects its responses.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TLS without correct hostname, trust-store, redirect, and response binding checks can still connect to the wrong tool.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532120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Chained Prompt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L3-01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Chained Prompt Injection scenario as implemented by OpenA2A, focusing on its prompt-injection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581958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Chained Prompt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L3-01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631797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SSRF via MCP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L3-02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SSRF via MCP scenario as implemented by OpenA2A, focusing on its mcp-exploitation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model-facing workload crosses into cloud metadata, administrative APIs, registries, or network destinations.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destinations can the workload reach? Which administrative or registry actions require authentication?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Workload identity and egress are authority boundaries; model-facing services should carry minimal ambient privilege.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681636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SSRF via MCP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L3-02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Default-deny egress, use workload identity, require admin authentication, isolate metadata, and keep secrets out of artifacts.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policy and use inert internal endpoints to confirm blocked destinations and authenticated administration.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Application input validation cannot compensate for broad network reach and over-privileged workload credentials.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731475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Self-Replicating Memory Entry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L3-03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Self-Replicating Memory Entry scenario as implemented by OpenA2A, focusing on its memory-injection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781314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Self-Replicating Memory Entry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L3-03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831153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System Prompt Extraction via Context Pressure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L3-04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System Prompt Extraction via Context Pressure scenario as implemented by OpenA2A, focusing on its context-overflow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configuration or identity data crosses into a response, log, completion, or model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Where is sensitive data introduced? Which output, error, metadata, or completion path can reveal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Secrets should remain outside prompts and should be disclosed only through explicit, authorised interfaces.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59/110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880992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System Prompt Extraction via Context Pressure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L3-04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secrets manager, minimise context, redact errors and logs, authorise reads, and monitor disclosure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Test redaction and access decisions with synthetic canaries and assert that unauthorised callers receive no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Masking the final response is insufficient when the same value remains available through debug or metadata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119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930831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 Typosquatting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L3-05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Tool Typosquatting scenario as implemented by OpenA2A, focusing on its tool-registry-poisoning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tool name or namespace crosses from discovery into registry resolution and invocation.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What cryptographic identity owns this tool? Can another registry entry, namespace, or later definition win resolution?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Human-readable names are not stable identities; resolution must bind approval to one authenticated implementation.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5980670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Tool Typosquatting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L3-05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an immutable registry, signed and version-pinned definitions, unique namespaces, and approval bound to the server and definition digest.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Register benign lookalike and duplicate names and assert that ambiguous, unsigned, or changed identities fail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Name allow-lists still fail when resolution can select a different implementation with the same or similar name.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030509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 Chain Data Exfiltration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L3-06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Tool Chain Data Exfiltration scenario as implemented by OpenA2A, focusing on its tool-registry-poisoning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data crosses several individually authorised tool calls before reaching a new destination.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earlier result becomes a later argument? Is the final destination permitted for that data classification?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Authorisation must follow provenance and data flow across the whole tool chain, not only each isolated call.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080348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Tool Chain Data Exfiltration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L3-06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Track taint and provenance across calls, apply destination-aware policy, minimise returned data, and require confirmation for cross-domain transfer.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labelled values to verify that allowed local processing cannot be composed into an unauthorised transfer.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Every call can look legitimate in isolation while their composition violates the original data-use purpose.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130187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 Shadowing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L3-07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Tool Shadowing scenario as implemented by OpenA2A, focusing on its tool-mitm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tool name or namespace crosses from discovery into registry resolution and invocation.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What cryptographic identity owns this tool? Can another registry entry, namespace, or later definition win resolution?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Human-readable names are not stable identities; resolution must bind approval to one authenticated implementation.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180025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Tool Shadowing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L3-07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an immutable registry, signed and version-pinned definitions, unique namespaces, and approval bound to the server and definition digest.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Register benign lookalike and duplicate names and assert that ambiguous, unsigned, or changed identities fail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Name allow-lists still fail when resolution can select a different implementation with the same or similar name.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229864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Traffic Redirection Attack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L3-08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Traffic Redirection Attack scenario as implemented by OpenA2A, focusing on its tool-mitm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configured tool endpoint crosses DNS, redirect, proxy, and routing boundaries before reaching the final service.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redirects and resolved addresses are allowed? Does authentication bind to the final destination after DNS and proxy routing?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Every hop and resolved destination must remain within the approved endpoint policy and authenticated service identity.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279703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Traffic Redirection Attack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L3-08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Pin approved schemes and hosts, restrict redirects, validate resolved addresses, authenticate the final service, and re-check policy on every hop.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redirect and alternate-resolution fixtures and assert the client refuses destinations outside the approved set.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Validating only the original URL misses a later redirect or resolution to a different trust zone.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329542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Compromise SecureBot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L4-01 · expert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Compromise SecureBot scenario as implemented by OpenA2A, focusing on its mixed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Several individually limited weaknesses compose across content, identity, tools, data, and infrastructure.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earlier weakness enables the next step? Which control breaks the chain earliest and most reliably?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Security review must follow end-to-end authority and data flow because local controls can fail in composition.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379381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Compromise SecureBot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L4-01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layered controls, trace provenance, minimise ambient authority, segment systems, and retain cross-service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Validate each boundary independently with safe fixtures, then review the composed data flow without executing an attack 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control may stop one step while leaving another route to the same privileged effect.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129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429220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Agent-to-Agent Attack 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dvaa · L4-02 · expert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Agent-to-Agent Attack Chain scenario as implemented by OpenA2A, focusing on its agent-to-agent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Several individually limited weaknesses compose across content, identity, tools, data, and infrastructure.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earlier weakness enables the next step? Which control breaks the chain earliest and most reliably?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Security review must follow end-to-end authority and data flow because local controls can fail in composition.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9779E0"/>
                </a:solidFill>
                <a:latin typeface="Arial"/>
              </a:rPr>
              <a:t>130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779E0"/>
                </a:solidFill>
                <a:latin typeface="Arial"/>
              </a:rPr>
              <a:t>dvaa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479059" cy="32004"/>
          </a:xfrm>
          <a:prstGeom prst="rect">
            <a:avLst/>
          </a:prstGeom>
          <a:solidFill>
            <a:srgbClr val="977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Agent-to-Agent Attack 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977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9779E0"/>
                </a:solidFill>
                <a:latin typeface="Arial"/>
              </a:rPr>
              <a:t>Defensive resolution and review gotchas for dvaa · L4-02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layered controls, trace provenance, minimise ambient authority, segment systems, and retain cross-service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Validate each boundary independently with safe fixtures, then review the composed data flow without executing an attack 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control may stop one step while leaving another route to the same privileged effect.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9779E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528898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 Poisoning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A1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Tool Poisoning scenario as implemented by Sabyasachi Dhal, focusing on its MCP-specific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descriptions and results cross from a server-controlled metadata plane into model planning and user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metadata reaches the model or approval UI? Does execution use the same reviewed, authenticated definition?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metadata is untrusted content and must not silently grant authority or inject instructions.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578737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Tool Poisoning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A1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Authenticate servers, sanitise and canonicalise metadata, show security-relevant fields, and authorise every call outside the description.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benign instruction-like metadata to confirm it remains visible as data and cannot broaden a tool's permitted effect.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harmless tool name can conceal instructions in descriptions, annotations, or returned content.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628576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 Shadowing / Trusted-Tool Override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A2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Tool Shadowing / Trusted-Tool Override scenario as implemented by Sabyasachi Dhal, focusing on its MCP-specific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tool name or namespace crosses from discovery into registry resolution and invocation.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What cryptographic identity owns this tool? Can another registry entry, namespace, or later definition win resolution?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Human-readable names are not stable identities; resolution must bind approval to one authenticated implementation.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678415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Tool Shadowing / Trusted-Tool Override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A2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an immutable registry, signed and version-pinned definitions, unique namespaces, and approval bound to the server and definition digest.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Register benign lookalike and duplicate names and assert that ambiguous, unsigned, or changed identities fail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Name allow-lists still fail when resolution can select a different implementation with the same or similar name.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728254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Rug Pull / Tool Mutation (TOCTOU)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A3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Rug Pull / Tool Mutation (TOCTOU) scenario as implemented by Sabyasachi Dhal, focusing on its MCP-specific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previously reviewed tool definition changes between approval, discovery, and execution.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digest was approved? What forces re-review when the definition or server identity changes?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Approval applies to an immutable definition digest and must be invalidated when security-relevant metadata or behavior changes.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778092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Rug Pull / Tool Mutation (TOCTOU)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A3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Pin signed definitions, compare canonical digests before every call, cache immutably, and require re-approval for any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two benign versions of one tool and assert that the second cannot run under approval granted to the first.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Periodic refresh without digest-bound approval creates a time-of-check/time-of-use gap.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827931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Indirect Prompt Injection via Tool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B1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Indirect Prompt Injection via Tool Output scenario as implemented by Sabyasachi Dhal, focusing on its Prompt/Context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69/110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877770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Indirect Prompt Injection via Tool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B1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139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927609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Command Injection (RCE)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D1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Command Injection (RCE) scenario as implemented by Sabyasachi Dhal,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arguments cross into a shell, interpreter, dynamic loader, or operating-system process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Is a shell or evaluator involved? Are executable identity and every argument fixed or independently allow-listed?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Data must remain structured arguments and must never become executable command syntax.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6977448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Command Injection (RCE)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D1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Remove shell evaluation, call fixed executables with argument arrays, validate typed values, drop privileges, and sandbox the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harmless metacharacter and unexpected-argument fixtures and assert they are rejected or passed literally without side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Escaping for one shell or platform is fragile; avoiding the interpreter is the durable control.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027287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Path Traversal / Arbitrary File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D2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Path Traversal / Arbitrary File Read scenario as implemented by Sabyasachi Dhal,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An untrusted path or URI crosses into filesystem resolution outside an authorised root.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What is the canonical allowed root? Can decoding, symlinks, alternate separators, or races change the resolved target?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Access decisions must use the final canonical target and remain safe across encoding, absolute paths, and symbolic links.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077126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Path Traversal / Arbitrary File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D2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Resolve paths safely, reject absolute and escaping targets, enforce containment after canonicalisation, and run with minimal filesystem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temporary in-root and out-of-root fixtures with encoded, absolute, separator, and symlink cases and assert fail-closed behavior.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String-prefix checks can approve sibling paths or links whose final target lies outside the intended root.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126965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Server-Side Request Forgery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D3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Server-Side Request Forgery scenario as implemented by Sabyasachi Dhal,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model-facing workload crosses into cloud metadata, administrative APIs, registries, or network destinations.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destinations can the workload reach? Which administrative or registry actions require authentication?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Workload identity and egress are authority boundaries; model-facing services should carry minimal ambient privilege.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176804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Server-Side Request Forgery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D3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Default-deny egress, use workload identity, require admin authentication, isolate metadata, and keep secrets out of artifacts.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policy and use inert internal endpoints to confirm blocked destinations and authenticated administration.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Application input validation cannot compensate for broad network reach and over-privileged workload credentials.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226643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SQL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D4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SQL Injection scenario as implemented by Sabyasachi Dhal,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values cross into relational query structure and database privileges.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query elements are parameterised? Does the database account have only the permissions required by this operation?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Queries must keep code and data separate, including identifiers, sorting, and dynamically selected clauses.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276482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SQL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D4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parameterised queries, allow-list non-parameterisable identifiers, constrain result size, and grant least-privilege database roles.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quote, wildcard, comment, and type-mismatch fixtures and assert query shape and authorised results remain unchanged.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Parameters protect values but do not make attacker-selected table names, operators, or sort clauses safe.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326321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Broken Authorization / Confused Deputy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C2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Broken Authorization / Confused Deputy scenario as implemented by Sabyasachi Dhal, focusing on its AuthN/AuthZ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principal, object, task, or delegated action crosses an identity and authorisation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principal is authenticated? Is the object and delegated action authorised for that principal?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Declared identity and delegated context are claims; authenticate the caller and authorise the resulting action.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376160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Broken Authorization / Confused Deputy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C2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signed identities, audience-bound credentials, object-level checks, task ownership, and least privilege.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negative authorisation tests for wrong users, objects, audiences, tasks, and replayed context identifiers.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valid sender or token does not automatically authorise every downstream object or action.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149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425998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Insecure Direct Object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C3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Insecure Direct Object Reference scenario as implemented by Sabyasachi Dhal, focusing on its AuthN/AuthZ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principal, object, task, or delegated action crosses an identity and authorisation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principal is authenticated? Is the object and delegated action authorised for that principal?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Declared identity and delegated context are claims; authenticate the caller and authorise the resulting action.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475837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Insecure Direct Object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C3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signed identities, audience-bound credentials, object-level checks, task ownership, and least privilege.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negative authorisation tests for wrong users, objects, audiences, tasks, and replayed context identifiers.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valid sender or token does not automatically authorise every downstream object or action.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525676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Sensitive Data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E1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Sensitive Data Exposure scenario as implemented by Sabyasachi Dhal, focusing on its Secrets/Exposure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configuration or identity data crosses into a response, log, completion, or model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Where is sensitive data introduced? Which output, error, metadata, or completion path can reveal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Secrets should remain outside prompts and should be disclosed only through explicit, authorised interfaces.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575515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Sensitive Data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E1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secrets manager, minimise context, redact errors and logs, authorise reads, and monitor disclosure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Test redaction and access decisions with synthetic canaries and assert that unauthorised callers receive no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Masking the final response is insufficient when the same value remains available through debug or metadata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625354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Invisible-Text Tool Poisoning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A9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Invisible-Text Tool Poisoning scenario as implemented by Sabyasachi Dhal, focusing on its MCP-specific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Unicode formatting and confusable characters cross from raw metadata into scanning, display, and model-visible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normalization form is enforced? Are bidirectional controls, zero-width characters, and confusables exposed to reviewers?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Security review and execution must use one canonical representation while preserving warnings about concealed characters.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675193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Invisible-Text Tool Poisoning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A9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Normalize consistently, reject or visibly escape control characters, detect confusables, and scan the same canonical text shown to users.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harmless strings containing bidi, zero-width, and confusable characters and assert identical scanner and display decisions.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Stripping a subset of invisible characters can create a second, differently interpreted representation.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725032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Indirect Injection via Resource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B2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Indirect Injection via Resource Content scenario as implemented by Sabyasachi Dhal, focusing on its Prompt/Context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774871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Indirect Injection via Resource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B2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824710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Prompt-Template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B3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Prompt-Template Injection scenario as implemented by Sabyasachi Dhal, focusing on its Prompt/Context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79/110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874549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Prompt-Template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B3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159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924388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Sampling Abuse (server-driven LLM calls)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B5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Sampling Abuse (server-driven LLM calls) scenario as implemented by Sabyasachi Dhal, focusing on its MCP-specific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server-requested model call crosses back into host context, credentials, tokens, and compute budgets.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context is shared with the sampled model? Who authorises the purpose, model, token budget, and returned destination?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Sampling is a privileged host action that needs explicit purpose, context minimisation, consent, and resource limits.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7974227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Sampling Abuse (server-driven LLM calls)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B5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Require informed consent, minimise context, isolate credentials, allow-list models and purposes, cap tokens and cost, and audit results.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host context and bounded budgets to confirm an untrusted server cannot expand context or repeat calls silently.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Approving the parent tool call does not automatically approve every server-initiated model call it requests.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024065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OAuth Token-Audience Confusion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C4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OAuth Token-Audience Confusion scenario as implemented by Sabyasachi Dhal, focusing on its AuthN/AuthZ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An OAuth token crosses from its intended resource server or client into a different audience or delegated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exact resource audience issued the token? Are scope and delegated subject valid for this tool and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Token validity is insufficient unless issuer, audience, scope, client, subject, and delegation all match the requested operation.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073904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OAuth Token-Audience Confusion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C4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Validate issuer and exact audience, use resource-specific tokens, restrict scopes, bind delegation, and reject token forwarding across 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tokens with correct signatures but wrong audiences, clients, scopes, or subjects and assert rejection.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token accepted by one service must not become a bearer credential for every service in the agent chain.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123743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Server-Side Template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D6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Server-Side Template Injection scenario as implemented by Sabyasachi Dhal,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text crosses into template source, expressions, object traversal, or server-side helpers.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Can input become template source or an expression? Which objects, filters, and helpers are reachable during rendering?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Users may supply data for a fixed template but must not define executable template structure.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173582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Server-Side Template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D6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fixed logic-light templates, pass typed data, enable sandboxing and autoescape, and remove dangerous helpers and object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Render harmless expression-like fixtures and assert they remain literal text with no object access or evaluation.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Output escaping prevents markup injection but does not stop server-side expression evaluation.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223421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DNS Rebinding / Missing Origin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F1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DNS Rebinding / Missing Origin Validation scenario as implemented by Sabyasachi Dhal, focusing on its Transport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hostname crosses browser-origin and DNS resolution boundaries and may resolve to a different address over time.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Is the Origin validated exactly? Are all resolved addresses checked at connection time and after DNS changes?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Origin checks and destination policy must bind to stable identities and validate every resolved connection target.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273260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DNS Rebinding / Missing Origin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F1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Require exact origins, re-resolve and validate destination addresses, reject private or disallowed ranges, and avoid trusting hostname strings alone.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controlled DNS fixtures that change between safe addresses and assert disallowed resolutions never receive a connection.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hostname that was safe during validation can resolve differently when the connection is opened.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323099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CORS Misconfiguration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F2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CORS Misconfiguration scenario as implemented by Sabyasachi Dhal, focusing on its Transport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Browser credentials and responses cross from an MCP HTTP service into a requesting web origin.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exact origins need access? Are credentials, preflight methods, headers, and cached decisions constrained consistently?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Cross-origin access must use a narrow exact allow-list and must never reflect arbitrary origins with credentials.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372938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CORS Misconfiguration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F2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Allow-list exact HTTPS origins, minimise methods and headers, vary caches by Origin, and disable credentials unless strictly required.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Send harmless preflights from allowed, sibling, null, and attacker-controlled origins and assert only the exact policy succeeds.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Wildcard subdomains and reflected origins can turn an apparently narrow policy into credentialed cross-origin access.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169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422777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Predictable Session IDs (hijack)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C6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Predictable Session IDs (hijack) scenario as implemented by Sabyasachi Dhal, focusing on its Transport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session identifier crosses clients, requests, reconnects, and server-side state ownership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How much entropy and lifetime does the identifier have? Can another principal replay, fix, or reuse it across connections?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Session identifiers must be unpredictable, confidential, short-lived, and bound to the authenticated principal and channel context.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472616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Predictable Session IDs (hijack)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C6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40" b="0">
                <a:solidFill>
                  <a:srgbClr val="F6F9F8"/>
                </a:solidFill>
                <a:latin typeface="Arial"/>
              </a:rPr>
              <a:t>Use cryptographic random identifiers, rotate on authentication changes, bind ownership server-side, expire promptly, and protect transport and storage.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Create multiple synthetic sessions and test replay, cross-user reuse, fixation, expiry, and logout invalidation.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random-looking identifier still fails if it remains valid across users, privilege changes, or excessive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522455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Unbounded Consumption (cost/DoS)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G1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Unbounded Consumption (cost/DoS) scenario as implemented by Sabyasachi Dhal, focusing on its DoS/Cost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Attacker-controlled work crosses compute, memory, token, concurrency, or financial budget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resource grows with input? Where are tenant, tool, and global budgets enforced?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Availability and spend are security properties that require explicit per-request and aggregate budgets.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572294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Unbounded Consumption (cost/DoS)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G1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Set timeouts, size and token limits, concurrency quotas, rate limits, cancellation, and cost telemetry.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bounded synthetic workloads to assert predictable rejection before resource use approaches operational limits.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Per-request limits alone miss distributed or repeated consumption across sessions and identities.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622132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Regular-Expression DoS (ReDoS)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G4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Regular-Expression DoS (ReDoS) scenario as implemented by Sabyasachi Dhal, focusing on its DoS/Cost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Attacker-controlled text crosses into a regular-expression engine whose backtracking cost can grow nonlinearly.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Can the pattern exhibit catastrophic backtracking? What input, time, and concurrency limits bound each match?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Pattern safety and bounded input must be established before regex matching occurs on a shared service thread.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671971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Regular-Expression DoS (ReDoS)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G4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linear-time patterns or engines, simplify ambiguous repetition, cap input length, set timeouts, and isolate expensive matching.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Run bounded synthetic worst-case strings in a timeout-controlled test and assert predictable rejection and latency.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request rate limit does not prevent one accepted input from monopolising a worker for an excessive duration.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721810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NoSQL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D5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NoSQL Injection scenario as implemented by Sabyasachi Dhal,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JSON or object fields cross into NoSQL operators, selectors, projections, or update 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keys and value types are accepted? Can nested operator keys or type confusion alter selector meaning?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Application data must not be interpreted as query operators or prototype-bearing objects.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771649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NoSQL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D5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Validate against a closed schema, construct queries from typed fields, reject operator-prefixed keys, and use least-privilege data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benign nested objects, arrays, unexpected types, and operator-like keys and assert the query builder rejects them.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Escaping strings does not help when the dangerous input is a structured operator object.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821488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XML External Entity (XXE)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D7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XML External Entity (XXE) scenario as implemented by Sabyasachi Dhal,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XML crosses into entity resolution, DTD processing, XInclude, and parser-controlled network or file access.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Are DTDs and external entities disabled? Can the parser access files, networks, schemas, or includes?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XML features that resolve external content must be disabled before parsing untrusted documents.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89/110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871327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XML External Entity (XXE)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D7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hardened parser with DTDs, external entities, XInclude, and network access disabled; enforce size and depth limits.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Parse inert documents containing disabled declarations and oversized nesting and assert deterministic rejection without I/O.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Blocking one entity syntax is insufficient when schemas, parameter entities, or includes still resolve externally.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179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921166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Insecure Deserialization (prototype pollution)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D8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Insecure Deserialization (prototype pollution) scenario as implemented by Sabyasachi Dhal,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serialized objects cross into constructors, prototypes, type hooks, or recursive merge logic.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types and hooks can be instantiated? Can special keys or merge behavior alter prototypes or application defaults?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Deserialization must produce schema-validated data objects without executable types or prototype mutation.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180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8971005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Insecure Deserialization (prototype pollution)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D8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Prefer plain data formats, validate a closed schema, reject dangerous keys and polymorphic types, and avoid recursive merges into prototypes.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unexpected types, deep objects, and prototype-like keys and assert the parser returns isolated plain data or rejects them.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trusted transport does not make attacker-controlled object graphs or type metadata safe to instantiate.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181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020844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Supply Chain (typosquat / unsigned package)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mcpgoat · H1 · tiered · 3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Supply Chain (typosquat / unsigned package) scenario as implemented by Sabyasachi Dhal, focusing on its Supply chain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package name crosses internal and public registries where resolution priority may select an unintended publisher.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registry owns the namespace? Can a public package or lookalike name outrank the intended internal dependency?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Dependency identity must bind namespace, registry, version, and digest rather than relying on the package name alone.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F19B4E"/>
                </a:solidFill>
                <a:latin typeface="Arial"/>
              </a:rPr>
              <a:t>182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19B4E"/>
                </a:solidFill>
                <a:latin typeface="Arial"/>
              </a:rPr>
              <a:t>mcpgoat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070683" cy="32004"/>
          </a:xfrm>
          <a:prstGeom prst="rect">
            <a:avLst/>
          </a:prstGeom>
          <a:solidFill>
            <a:srgbClr val="F1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Supply Chain (typosquat / unsigned package)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F1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19B4E"/>
                </a:solidFill>
                <a:latin typeface="Arial"/>
              </a:rPr>
              <a:t>Defensive resolution and review gotchas for mcpgoat · H1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scoped private namespaces, explicit registries, lockfiles and hashes, signed provenance, and deny undeclared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Resolve benign test packages against isolated registries and assert public, unsigned, or hash-mismatched candidates fail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Pinning a version does not help when the same name and version can resolve from the wrong registry.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19B4E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183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120522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Basic Prompt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01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Basic Prompt Injection scenario as implemented by Harish Santhanalakshmi Ganesan, focusing on its Prompt/Context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184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170361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Basic Prompt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185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220200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 Poisoning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02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Tool Poisoning scenario as implemented by Harish Santhanalakshmi Ganesan, focusing on its MCP-specific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descriptions and results cross from a server-controlled metadata plane into model planning and user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metadata reaches the model or approval UI? Does execution use the same reviewed, authenticated definition?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metadata is untrusted content and must not silently grant authority or inject instructions.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186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270038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Tool Poisoning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Authenticate servers, sanitise and canonicalise metadata, show security-relevant fields, and authorise every call outside the description.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benign instruction-like metadata to confirm it remains visible as data and cannot broaden a tool's permitted effect.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harmless tool name can conceal instructions in descriptions, annotations, or returned content.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187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319877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Excessive Permission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03 · easy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Excessive Permission Scope scenario as implemented by Harish Santhanalakshmi Ganesan, focusing on its AuthN/AuthZ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client-declared root, permission, or resource scope crosses into server-side access control.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Who defines and enforces the allowed scope? Is the resource canonicalised before containment and permission checks?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Servers must enforce the intersection of declared scope, authenticated identity, and canonical resource location.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188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369716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Excessive Permission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Enforce scopes server-side, canonicalise resource identifiers, deny ambient access, and apply least privilege to the host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synthetic in-scope and out-of-scope resources, including encoded and absolute forms, to confirm containment fails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Advertising a root or permission to the model does not enforce it at the filesystem or service boundary.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189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419555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Rug Pull Attack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04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Rug Pull Attack scenario as implemented by Harish Santhanalakshmi Ganesan, focusing on its MCP-specific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previously reviewed tool definition changes between approval, discovery, and execution.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digest was approved? What forces re-review when the definition or server identity changes?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Approval applies to an immutable definition digest and must be invalidated when security-relevant metadata or behavior changes.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469394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Rug Pull Attack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Pin signed definitions, compare canonical digests before every call, cache immutably, and require re-approval for any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two benign versions of one tool and assert that the second cannot run under approval granted to the first.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Periodic refresh without digest-bound approval creates a time-of-check/time-of-use gap.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519233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Tool Shadowing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05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Tool Shadowing scenario as implemented by Harish Santhanalakshmi Ganesan, focusing on its MCP-specific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tool name or namespace crosses from discovery into registry resolution and invocation.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What cryptographic identity owns this tool? Can another registry entry, namespace, or later definition win resolution?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Human-readable names are not stable identities; resolution must bind approval to one authenticated implementation.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569072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Tool Shadowing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an immutable registry, signed and version-pinned definitions, unique namespaces, and approval bound to the server and definition digest.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Register benign lookalike and duplicate names and assert that ambiguous, unsigned, or changed identities fail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Name allow-lists still fail when resolution can select a different implementation with the same or similar name.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618911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Indirect Prompt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06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Indirect Prompt Injection scenario as implemented by Harish Santhanalakshmi Ganesan, focusing on its Prompt/Context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668750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Indirect Prompt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718589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Token Theft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07 · medium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Token Theft scenario as implemented by Harish Santhanalakshmi Ganesan, focusing on its Secrets/Exposure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configuration or identity data crosses into a response, log, completion, or model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Where is sensitive data introduced? Which output, error, metadata, or completion path can reveal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Secrets should remain outside prompts and should be disclosed only through explicit, authorised interfaces.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768428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Token Theft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secrets manager, minimise context, redact errors and logs, authorise reads, and monitor disclosure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Test redaction and access decisions with synthetic canaries and assert that unauthorised callers receive no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Masking the final response is insufficient when the same value remains available through debug or metadata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818267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Malicious Code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08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Malicious Code Execution scenario as implemented by Harish Santhanalakshmi Ganesan,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arguments cross into a shell, interpreter, dynamic loader, or operating-system process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Is a shell or evaluator involved? Are executable identity and every argument fixed or independently allow-listed?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Data must remain structured arguments and must never become executable command syntax.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99/110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868105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Malicious Code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Remove shell evaluation, call fixed executables with argument arrays, validate typed values, drop privileges, and sandbox the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harmless metacharacter and unexpected-argument fixtures and assert they are rejected or passed literally without side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Escaping for one shell or platform is fragile; avoiding the interpreter is the durable control.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199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917944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Remote Access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09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Remote Access Control scenario as implemented by Harish Santhanalakshmi Ganesan,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arguments cross into a shell, interpreter, dynamic loader, or operating-system process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Is a shell or evaluator involved? Are executable identity and every argument fixed or independently allow-listed?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Data must remain structured arguments and must never become executable command syntax.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200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9967783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Remote Access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09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Remove shell evaluation, call fixed executables with argument arrays, validate typed values, drop privileges, and sandbox the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harmless metacharacter and unexpected-argument fixtures and assert they are rejected or passed literally without side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Escaping for one shell or platform is fragile; avoiding the interpreter is the durable control.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201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017622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Multi-Vector Attack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dvmcp · 10 · hard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Multi-Vector Attack scenario as implemented by Harish Santhanalakshmi Ganesan, focusing on its Attack chain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Several individually limited weaknesses compose across content, identity, tools, data, and infrastructure.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earlier weakness enables the next step? Which control breaks the chain earliest and most reliably?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Security review must follow end-to-end authority and data flow because local controls can fail in composition.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37D3B0"/>
                </a:solidFill>
                <a:latin typeface="Arial"/>
              </a:rPr>
              <a:t>202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37D3B0"/>
                </a:solidFill>
                <a:latin typeface="Arial"/>
              </a:rPr>
              <a:t>dvmcp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101/110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067461" cy="32004"/>
          </a:xfrm>
          <a:prstGeom prst="rect">
            <a:avLst/>
          </a:prstGeom>
          <a:solidFill>
            <a:srgbClr val="37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Multi-Vector Attack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37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37D3B0"/>
                </a:solidFill>
                <a:latin typeface="Arial"/>
              </a:rPr>
              <a:t>Defensive resolution and review gotchas for dvmcp ·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layered controls, trace provenance, minimise ambient authority, segment systems, and retain cross-service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Validate each boundary independently with safe fixtures, then review the composed data flow without executing an attack 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control may stop one step while leaving another route to the same privileged effect.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37D3B0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203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117300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Filesystem Workspace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filesystem-workspace-actions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Filesystem Workspace Actions scenario as implemented by Appsecco, focusing on its Path traversal / code execution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Workspace paths and requested operations cross into filesystem and process capabilities on the host.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roots and operations are authorised independently? Can file content or names become commands, scripts, or executable arguments?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File access and action execution need separate allow-lists enforced after canonical path resolution.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204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102/110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167139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Filesystem Workspace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filesystem-workspace-actions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Canonicalise and contain paths, expose narrow operation-specific APIs, avoid shell interpretation, and isolate the worker account and filesystem.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disposable files and no-op actions to test traversal, symlinks, unsupported operations, and command-like names without executing payloads.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path can remain in the workspace while the selected operation still creates an unintended executable effect.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205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216978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Indirect Prompt Injection (stdio)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indirect-prompt-injection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Indirect Prompt Injection (stdio) scenario as implemented by Appsecco, focusing on its Prompt/Context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206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103/110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266817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Indirect Prompt Injection (stdio)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indirect-prompt-injection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207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316656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Indirect Prompt Injection (HTTP+SSE)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indirect-prompt-injection-remote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Indirect Prompt Injection (HTTP+SSE) scenario as implemented by Appsecco, focusing on its Prompt/Context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208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104/110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366495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Indirect Prompt Injection (HTTP+SSE)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indirect-prompt-injection-remote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209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416334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Malicious Code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malicious-code-exec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Malicious Code Execution scenario as implemented by Appsecco, focusing on its Injection sink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arguments cross into a shell, interpreter, dynamic loader, or operating-system process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Is a shell or evaluator involved? Are executable identity and every argument fixed or independently allow-listed?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Data must remain structured arguments and must never become executable command syntax.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105/110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466172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Malicious Code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malicious-code-exec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Remove shell evaluation, call fixed executables with argument arrays, validate typed values, drop privileges, and sandbox the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harmless metacharacter and unexpected-argument fixtures and assert they are rejected or passed literally without side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Escaping for one shell or platform is fragile; avoiding the interpreter is the durable control.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516011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Malicious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malicious-tools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Malicious Tools scenario as implemented by Appsecco, focusing on its Tool output poisoning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descriptions and results cross from a server-controlled metadata plane into model planning and user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metadata reaches the model or approval UI? Does execution use the same reviewed, authenticated definition?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Tool metadata is untrusted content and must not silently grant authority or inject instructions.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106/110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565850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Malicious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malicious-tools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Authenticate servers, sanitise and canonicalise metadata, show security-relevant fields, and authorise every call outside the description.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benign instruction-like metadata to confirm it remains visible as data and cannot broaden a tool's permitted effect.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harmless tool name can conceal instructions in descriptions, annotations, or returned content.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213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615689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Namespace Typosquatting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namespace-typosquatting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Namespace Typosquatting scenario as implemented by Appsecco, focusing on its Supply chain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package name crosses internal and public registries where resolution priority may select an unintended publisher.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registry owns the namespace? Can a public package or lookalike name outrank the intended internal dependency?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Dependency identity must bind namespace, registry, version, and digest rather than relying on the package name alone.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214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107/110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665528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Namespace Typosquatting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namespace-typosquatting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scoped private namespaces, explicit registries, lockfiles and hashes, signed provenance, and deny undeclared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Resolve benign test packages against isolated registries and assert public, unsigned, or hash-mismatched candidates fail closed.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Pinning a version does not help when the same name and version can resolve from the wrong registry.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215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715367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Outdated Packages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outdated-packages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Outdated Packages scenario as implemented by Appsecco, focusing on its Supply chain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known-vulnerable or abandoned dependency crosses from the package graph into a network-facing AI or MCP service.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vulnerable components are reachable in this deployment? What owner and deadline govern upgrade or compensating controls?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Dependency age is not the decision; supported versions, reachable vulnerable behavior, provenance, and update policy are.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216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108/110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765206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Outdated Packages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outdated-packages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Maintain an SBOM and lockfile, scan advisories, remove unused packages, update supported versions, and document time-bound exceptions.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synthetic advisory or policy threshold to confirm affected transitive dependencies block promotion with an actionable owner.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 clean direct-dependency list can hide an exploitable vulnerable version deeper in the resolved graph.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217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815045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Secrets and PII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secrets-pii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Secrets and PII Exposure scenario as implemented by Appsecco, focusing on its Secrets/Exposure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Sensitive configuration or identity data crosses into a response, log, completion, or model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Where is sensitive data introduced? Which output, error, metadata, or completion path can reveal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Secrets should remain outside prompts and should be disclosed only through explicit, authorised interfaces.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218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109/110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864884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Secrets and PII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secrets-pii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a secrets manager, minimise context, redact errors and logs, authorise reads, and monitor disclosure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Test redaction and access decisions with synthetic canaries and assert that unauthorised callers receive no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Masking the final response is insufficient when the same value remains available through debug or metadata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219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110/110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914723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Wikipedia (Streamable HTTP)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appsecco-mcp · wikipedia-streamable · ungraded · 1 declared variant(s) · concept-level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Review the Wikipedia (Streamable HTTP) scenario as implemented by Appsecco, focusing on its Remote content injection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Untrusted content crosses into model-visible instructions or persistent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Which fields can influence instructions? Can retrieved, tool, or remembered content persist or trigger an action?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Content provenance and instruction authority must remain distinct throughout the model pipeline.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E5369"/>
                </a:solidFill>
                <a:latin typeface="Arial"/>
              </a:rPr>
              <a:t>220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EE5369"/>
                </a:solidFill>
                <a:latin typeface="Arial"/>
              </a:rPr>
              <a:t>appsecco-mcp  • 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110/110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0964562" cy="32004"/>
          </a:xfrm>
          <a:prstGeom prst="rect">
            <a:avLst/>
          </a:prstGeom>
          <a:solidFill>
            <a:srgbClr val="EE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Resolution · Wikipedia (Streamable HTTP)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EE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EE5369"/>
                </a:solidFill>
                <a:latin typeface="Arial"/>
              </a:rPr>
              <a:t>Defensive resolution and review gotchas for appsecco-mcp · wikipedia-streamable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typed instruction/data channels, provenance labels, output checks, scoped memory, and least-privilege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Use inert policy fixtures to confirm untrusted text remains data and cannot alter an authorised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GOTCHA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Filtering only the current user message misses instructions arriving through retrieval, tools, or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8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76088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EE5369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84648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Offensive solution not verified—outside the current scope. Pinned upstream implementation; RedSec adapter health evidence only.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221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portfolio  •  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appendix 1/2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1014401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Sources and licences · 1/2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Standalone attribution for the catalog sources represented in this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builtin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RedSec Range · Apache-2.0 · repository state · https://github.com/tq05/RedSec-range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dvaa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OpenA2A · Apache-2.0 · faf3fb172ef526d12db0eb5377701549693118a6 · https://github.com/opena2a-org/damn-vulnerable-ai-agent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mcpgoat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Sabyasachi Dhal · MIT · 80ceaf7ffedb8e0e74fd612798a6e09dfdd543ed · https://github.com/SabyasachiDhal/MCPGoat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0" y="320040"/>
            <a:ext cx="10972" cy="5989320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30632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3977639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8920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5806440"/>
            <a:ext cx="3749039" cy="10972"/>
          </a:xfrm>
          <a:prstGeom prst="rect">
            <a:avLst/>
          </a:prstGeom>
          <a:solidFill>
            <a:srgbClr val="1B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4B7BE"/>
                </a:solidFill>
                <a:latin typeface="Arial"/>
              </a:rPr>
              <a:t>REDSEC RANGE  //  DEFENSIVE LEARNING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0116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00C4BE"/>
                </a:solidFill>
                <a:latin typeface="Arial"/>
              </a:rPr>
              <a:t>222 / 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8134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00C4BE"/>
                </a:solidFill>
                <a:latin typeface="Arial"/>
              </a:rPr>
              <a:t>portfolio  •  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1813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B7BE"/>
                </a:solidFill>
                <a:latin typeface="Arial"/>
              </a:rPr>
              <a:t>PAIR appendix 2/2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22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1064240" cy="32004"/>
          </a:xfrm>
          <a:prstGeom prst="rect">
            <a:avLst/>
          </a:prstGeom>
          <a:solidFill>
            <a:srgbClr val="00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94944"/>
            <a:ext cx="103784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9F8"/>
                </a:solidFill>
                <a:latin typeface="Arial"/>
              </a:rPr>
              <a:t>Sources and licences · 2/2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627632"/>
            <a:ext cx="10881360" cy="749808"/>
          </a:xfrm>
          <a:prstGeom prst="roundRect">
            <a:avLst/>
          </a:prstGeom>
          <a:solidFill>
            <a:srgbClr val="0D273A"/>
          </a:solidFill>
          <a:ln>
            <a:solidFill>
              <a:srgbClr val="00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773936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00C4BE"/>
                </a:solidFill>
                <a:latin typeface="Arial"/>
              </a:rPr>
              <a:t>Standalone attribution for the catalog sources represented in this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96896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779776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dvmcp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688336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40" b="0">
                <a:solidFill>
                  <a:srgbClr val="F6F9F8"/>
                </a:solidFill>
                <a:latin typeface="Arial"/>
              </a:rPr>
              <a:t>Harish Santhanalakshmi Ganesan · MIT (declared in README; no license file at pinned revision) · 79734c19f5104cd11486c90926d245560f53befa · https://github.com/harishsg993010/damn-vulnerable-MCP-server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29000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611880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appsecco-mcp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3520440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Appsecco · MIT · 47b7f2082261136b667daa7be9273698e66e479e · https://github.com/appsecco/vulnerable-mcp-servers-lab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61104"/>
            <a:ext cx="10881360" cy="694944"/>
          </a:xfrm>
          <a:prstGeom prst="roundRect">
            <a:avLst/>
          </a:prstGeom>
          <a:solidFill>
            <a:srgbClr val="0A1F2F"/>
          </a:solidFill>
          <a:ln>
            <a:solidFill>
              <a:srgbClr val="1F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443984"/>
            <a:ext cx="12252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C4BE"/>
                </a:solidFill>
                <a:latin typeface="Arial"/>
              </a:rPr>
              <a:t>offsec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4352544"/>
            <a:ext cx="91622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6F9F8"/>
                </a:solidFill>
                <a:latin typeface="Arial"/>
              </a:rPr>
              <a:t>OffSec · proprietary · not configured · https://www.offsec.com/courses/ai-300/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RedSec Range — Defensive Challenge Learning Deck</dc:title>
  <dc:subject>Defensive review and remediation for AI, A2A, and MCP challenge concepts</dc:subject>
  <dc:creator>RedSec Range</dc:creator>
  <cp:keywords>AI security, MCP, A2A, defensive review, training</cp:keywords>
  <dc:description>input-sha256:7245b7ba2d18543651cc47b322d28ad76db112c9ef920a0d395b16819444b316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