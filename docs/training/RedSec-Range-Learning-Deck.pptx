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029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First contact -- coax the orientation flag out of the Guide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01/first-contact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40" b="0">
                <a:solidFill>
                  <a:srgbClr val="F6F9F8"/>
                </a:solidFill>
                <a:latin typeface="Avenir Next"/>
              </a:rPr>
              <a:t>Review how the built-in challenge models first contact -- coax the orientation flag out of the guide, focusing on its direct-injection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058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First contact -- coax the orientation flag out of the Guide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01/first-contact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50875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Fingerprint the backing model/provider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02/fingerprint-model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fingerprint the backing model/provider, focusing on its recon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Model, provider, route, error, and capability details cross from internal configuration to an external caller.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metadata is necessary for this caller? Can errors, banners, schemas, or undocumented routes reveal additional capability?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Discovery surfaces should disclose only what an authenticated user needs for an authorised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0116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Fingerprint the backing model/provider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02/fingerprint-model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Minimise banners and errors, authenticate discovery endpoints, inventory routes and schemas, and rate-limit enumeration.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Compare permitted and unauthorised synthetic clients and assert that only the documented minimum metadata is returned.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Removing a route from user documentation does not make the reachable endpoint private.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5146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Discover an undocumented internal endpoint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02/enumerate-surfaces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discover an undocumented internal endpoint, focusing on its recon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Model, provider, route, error, and capability details cross from internal configuration to an external caller.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metadata is necessary for this caller? Can errors, banners, schemas, or undocumented routes reveal additional capability?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Discovery surfaces should disclose only what an authenticated user needs for an authorised workflow.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01751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Discover an undocumented internal endpoint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02/enumerate-surfaces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Minimise banners and errors, authenticate discovery endpoints, inventory routes and schemas, and rate-limit enumeration.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Compare permitted and unauthorised synthetic clients and assert that only the documented minimum metadata is returned.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Removing a route from user documentation does not make the reachable endpoint private.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5204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Dump service config via a verbose error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02/leak-config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dump service config via a verbose error, focusing on its recon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Model, provider, route, error, and capability details cross from internal configuration to an external caller.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metadata is necessary for this caller? Can errors, banners, schemas, or undocumented routes reveal additional capability?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Discovery surfaces should disclose only what an authenticated user needs for an authorised workflow.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0233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Dump service config via a verbose error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02/leak-config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Minimise banners and errors, authenticate discovery endpoints, inventory routes and schemas, and rate-limit enumeration.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Compare permitted and unauthorised synthetic clients and assert that only the documented minimum metadata is returned.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Removing a route from user documentation does not make the reachable endpoint private.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009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52627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Direct prompt injection -&gt; leak the system prompt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03/sys-prompt-leak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direct prompt injection -&gt; leak the system prompt, focusing on its direct-injection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0292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Direct prompt injection -&gt; leak the system prompt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03/sys-prompt-leak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5321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Indirect prompt injection via auto-retrieved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03/indirect-injection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indirect prompt injection via auto-retrieved notes, focusing on its indirect-injection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03503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Indirect prompt injection via auto-retrieved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03/indirect-injection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5379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Excessive agency -&gt; exfiltrate the mail API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03/tool-exfil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excessive agency -&gt; exfiltrate the mail api key, focusing on its tool-abuse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model-selected action crosses into a tool or service that has real authority and external effects.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authorises the effect? Can model-controlled arguments exceed the intended task or data scope?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Tool availability is not action authorisation; the system that owns the effect must enforce policy for each call.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0408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Excessive agency -&gt; exfiltrate the mail API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03/tool-exfil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narrow tools, per-action authorisation, allow-listed arguments, minimal credentials, confirmation for sensitive effects, and audit logs.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Exercise permitted and denied actions with synthetic accounts and assert enforcement at the tool or service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 refusal or tool description cannot contain authority that the downstream service fails to enforce.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5438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Memory poisoning -&gt; persistence across 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03/memory-poisoning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memory poisoning -&gt; persistence across turns, focusing on its memory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0467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Memory poisoning -&gt; persistence across 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03/memory-poisoning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5496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Transitive trust -&gt; reviewer acts on your ticket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04/trust-exploitation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transitive trust -&gt; reviewer acts on your ticket, focusing on its a2a-trust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principal, object, task, or delegated action crosses an identity and authorisation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is authenticated? Is the object and delegated action authorised for that principal?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Declared identity and delegated context are claims; authenticate the caller and authorise the resulting action.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05255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Transitive trust -&gt; reviewer acts on your ticket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04/trust-exploitation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signed identities, audience-bound credentials, object-level checks, task ownership, and least privilege.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negative authorisation tests for wrong users, objects, audiences, tasks, and replayed context identifiers.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valid sender or token does not automatically authorise every downstream object or action.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019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55547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Send an unsigned A2A JSON-RPC message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04/message-manipulation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send an unsigned a2a json-rpc message, focusing on its a2a-message/send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principal, object, task, or delegated action crosses an identity and authorisation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is authenticated? Is the object and delegated action authorised for that principal?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Declared identity and delegated context are claims; authenticate the caller and authorise the resulting action.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0584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Send an unsigned A2A JSON-RPC message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04/message-manipulation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signed identities, audience-bound credentials, object-level checks, task ownership, and least privilege.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negative authorisation tests for wrong users, objects, audiences, tasks, and replayed context identifiers.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valid sender or token does not automatically authorise every downstream object or action.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5613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Impersonate a trusted approver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04/agent-impersonation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impersonate a trusted approver, focusing on its a2a-message-identity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principal, object, task, or delegated action crosses an identity and authorisation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is authenticated? Is the object and delegated action authorised for that principal?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Declared identity and delegated context are claims; authenticate the caller and authorise the resulting action.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10642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Impersonate a trusted approver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04/agent-impersonation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signed identities, audience-bound credentials, object-level checks, task ownership, and least privilege.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negative authorisation tests for wrong users, objects, audiences, tasks, and replayed context identifiers.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valid sender or token does not automatically authorise every downstream object or action.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15671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Agent session smuggling across a stateful A2A session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04/session-smuggling · impossible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agent session smuggling across a stateful a2a session, focusing on its a2a-context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Conversation state and delegated authority cross message, task, and session boundaries over time.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Who owns the context and each message? Can replay, reordering, or partial validation change the cumulative meaning?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Every message must be authenticated and authorised in the context of the accumulated session state.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207007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Agent session smuggling across a stateful A2A session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04/session-smuggling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Bind context identifiers to authenticated principals, authorise every transition, validate cumulative state, and expire replayable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harmless cross-user, replayed, split, and out-of-order messages to confirm the state machine rejects invalid transitions.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Validating each message in isolation can miss a prohibited meaning assembled across several messages.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25730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Poison the knowledge base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05/knowledge-poisoning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poison the knowledge base, focusing on its rag-source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Indexed content, similarity scores, or derived vectors cross from a data store into a trusted answer.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Who can add or rank content? What can similarity, provenance, or output precision disclose?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Relevance is not trust; retrieval, provenance, privacy, and instruction handling are separate decisions.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30759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Poison the knowledge base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05/knowledge-poisoning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Control ingestion, preserve provenance, isolate instructions from retrieved data, minimise precision, and authorise the corpus.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synthetic documents and records to test ranking, provenance display, tenant isolation, and privacy thresholds.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high similarity score or authoritative-looking citation does not establish integrity or permission.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35788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Out-rank the real documents for a victim query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05/retrieval-manipulation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out-rank the real documents for a victim query, focusing on its rag-retrieval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Indexed content, similarity scores, or derived vectors cross from a data store into a trusted answer.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Who can add or rank content? What can similarity, provenance, or output precision disclose?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Relevance is not trust; retrieval, provenance, privacy, and instruction handling are separate decisions.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40817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Out-rank the real documents for a victim query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05/retrieval-manipulation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Control ingestion, preserve provenance, isolate instructions from retrieved data, minimise precision, and authorise the corpus.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synthetic documents and records to test ranking, provenance display, tenant isolation, and privacy thresholds.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high similarity score or authoritative-looking citation does not establish integrity or permission.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029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45846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Spoof a trusted citation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05/citation-spoofing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spoof a trusted citation, focusing on its rag-trust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Indexed content, similarity scores, or derived vectors cross from a data store into a trusted answer.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Who can add or rank content? What can similarity, provenance, or output precision disclose?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Relevance is not trust; retrieval, provenance, privacy, and instruction handling are separate decisions.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50876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Spoof a trusted citation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05/citation-spoofing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Control ingestion, preserve provenance, isolate instructions from retrieved data, minimise precision, and authorise the corpus.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synthetic documents and records to test ranking, provenance display, tenant isolation, and privacy thresholds.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high similarity score or authoritative-looking citation does not establish integrity or permission.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559051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Reconstruct source text with a reference corpus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06/embedding-inversion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reconstruct source text with a reference corpus, focusing on its embedding-inversion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Derived vectors and similarity decisions cross privacy, tenant, and policy boundaries.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Who may query the vectors and at what precision? Can outputs reveal membership, reconstruct content, or bypass a text-only policy?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Embeddings can retain information about source records and should not serve as identity or authorisation controls.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60934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Reconstruct source text with a reference corpus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06/embedding-inversion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Authorise vector access, isolate tenants, minimise returned precision, rate-limit queries, and enforce policy on canonical source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synthetic canary records to measure leakage and verify that similarity cannot replace exact policy checks.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derived representation is not automatically anonymous, and semantic similarity is not an access-control decision.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65963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Confirm a record is present in the store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06/membership-inference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confirm a record is present in the store, focusing on its embedding-mia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Derived vectors and similarity decisions cross privacy, tenant, and policy boundaries.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Who may query the vectors and at what precision? Can outputs reveal membership, reconstruct content, or bypass a text-only policy?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Embeddings can retain information about source records and should not serve as identity or authorisation controls.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70992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Confirm a record is present in the store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06/membership-inference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Authorise vector access, isolate tenants, minimise returned precision, rate-limit queries, and enforce policy on canonical source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synthetic canary records to measure leakage and verify that similarity cannot replace exact policy checks.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derived representation is not automatically anonymous, and semantic similarity is not an access-control decision.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76022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Bypass a text check via an embedding collision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06/embedding-collision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bypass a text check via an embedding collision, focusing on its embedding-collision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Derived vectors and similarity decisions cross privacy, tenant, and policy boundaries.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Who may query the vectors and at what precision? Can outputs reveal membership, reconstruct content, or bypass a text-only policy?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Embeddings can retain information about source records and should not serve as identity or authorisation controls.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810511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Bypass a text check via an embedding collision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06/embedding-collision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Authorise vector access, isolate tenants, minimise returned precision, rate-limit queries, and enforce policy on canonical source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synthetic canary records to measure leakage and verify that similarity cannot replace exact policy checks.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derived representation is not automatically anonymous, and semantic similarity is not an access-control decision.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86080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tools: tool-description poisoning hijacks the host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07/tool-poisoning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tools: tool-description poisoning hijacks the host, focusing on its tools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911095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tools: tool-description poisoning hijacks the host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07/tool-poisoning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039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96138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resources: path traversal in resources/read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07/resource-traversal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resources: path traversal in resources/read, focusing on its resources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01168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resources: path traversal in resources/read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07/resource-traversal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06197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prompts: argument injection discloses a privileged template block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07/prompt-injection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prompts: argument injection discloses a privileged template block, focusing on its prompts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11226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prompts: argument injection discloses a privileged template block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07/prompt-injection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16255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sampling: server-initiated sampling exfiltrates host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07/sampling-abuse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sampling: server-initiated sampling exfiltrates host context, focusing on its sampling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21284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sampling: server-initiated sampling exfiltrates host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07/sampling-abuse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26314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roots: declared client roots are not enforced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07/roots-bypass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roots: declared client roots are not enforced, focusing on its roots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client-declared root, permission, or resource scope crosses into server-side access control.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Who defines and enforces the allowed scope? Is the resource canonicalised before containment and permission checks?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Servers must enforce the intersection of declared scope, authenticated identity, and canonical resource location.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31343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roots: declared client roots are not enforced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07/roots-bypass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Enforce scopes server-side, canonicalise resource identifiers, deny ambient access, and apply least privilege to the host process.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synthetic in-scope and out-of-scope resources, including encoded and absolute forms, to confirm containment fails closed.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Advertising a root or permission to the model does not enforce it at the filesystem or service boundary.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363723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elicitation: server elicits credentials the host auto-answers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07/elicitation-phishing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elicitation: server elicits credentials the host auto-answers, focusing on its elicitation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414015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elicitation: server elicits credentials the host auto-answers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07/elicitation-phishing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049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46430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logging: debug log notifications leak a session 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07/logging-leak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logging: debug log notifications leak a session token, focusing on its logging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51460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logging: debug log notifications leak a session 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07/logging-leak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56489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completion: autocompletion enumerates secret values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07/completion-leak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completion: autocompletion enumerates secret values, focusing on its completion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61518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completion: autocompletion enumerates secret values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07/completion-leak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665475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tools: rug-pull -- tool behaviour changes after approval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07/rug-pull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tools: rug-pull -- tool behaviour changes after approval, focusing on its tools (rug-pull)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71576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tools: rug-pull -- tool behaviour changes after approval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07/rug-pull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76606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tools: command injection -&gt; remote code execution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07/command-injection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tools: command injection -&gt; remote code execution, focusing on its tools (rce)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81635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tools: command injection -&gt; remote code execution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07/command-injection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86664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2026 routing: header/body policy desynchronization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07/header-routing-confusion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2026 routing: header/body policy desynchronization, focusing on its streamable-http-routing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Identity and request meaning cross proxies, origins, sessions, protocol versions, or downstream services.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layer decides request meaning? Are origin, audience, version, and session identifiers bound exactly?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Every layer must agree on one canonical request and bind credentials to the intended origin, audience, and session.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29/110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91693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2026 routing: header/body policy desynchronization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07/header-routing-confusion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Canonicalise once, validate exact origins and audiences, use unpredictable sessions, and reject contradictory routing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Exercise mismatched headers and metadata with harmless requests and assert that every layer reaches the same deny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gateway and application can each appear correct while authorising different interpretations of one request.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059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296722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tools: Unicode-concealed tool-description poisoning past the scanner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07/unicode-tool-poisoning · impossible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40" b="0">
                <a:solidFill>
                  <a:srgbClr val="F6F9F8"/>
                </a:solidFill>
                <a:latin typeface="Avenir Next"/>
              </a:rPr>
              <a:t>Review how the built-in challenge models tools: unicode-concealed tool-description poisoning past the scanner, focusing on its tools (concealment)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01752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6F9F8"/>
                </a:solidFill>
                <a:latin typeface="Avenir Next"/>
              </a:rPr>
              <a:t>Resolution · tools: Unicode-concealed tool-description poisoning past the scanner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07/unicode-tool-poisoning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06781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RCE via unsafe model deserialization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08/malicious-weights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rce via unsafe model deserialization, focusing on its supply-weights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 artifact, dataset, adapter, dependency, or registry record crosses the software supply-chain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identity and digest bind the artifact? Where is it loaded, merged, trained, or resolved?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AI artifacts can be executable or behavior-changing inputs and need the same provenance controls as software.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118103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RCE via unsafe model deserialization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08/malicious-weights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immutable digests, verify signatures and provenance, use safe formats, scan dependencies, and load in isolation.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Confirm allow-listed sources and digests with benign fixtures, then fail closed on unknown or mutable artifacts.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familiar filename, package name, or model label is not proof of origin or safe behavior.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16839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Backdoor the model via dataset poisoning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08/poisoned-dataset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backdoor the model via dataset poisoning, focusing on its supply-data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 artifact, dataset, adapter, dependency, or registry record crosses the software supply-chain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identity and digest bind the artifact? Where is it loaded, merged, trained, or resolved?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AI artifacts can be executable or behavior-changing inputs and need the same provenance controls as software.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21868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Backdoor the model via dataset poisoning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08/poisoned-dataset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immutable digests, verify signatures and provenance, use safe formats, scan dependencies, and load in isolation.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Confirm allow-listed sources and digests with benign fixtures, then fail closed on unknown or mutable artifacts.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familiar filename, package name, or model label is not proof of origin or safe behavior.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26898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Inject behaviour via a backdoored adapter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08/backdoored-adapter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inject behaviour via a backdoored adapter, focusing on its supply-adapter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 artifact, dataset, adapter, dependency, or registry record crosses the software supply-chain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identity and digest bind the artifact? Where is it loaded, merged, trained, or resolved?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AI artifacts can be executable or behavior-changing inputs and need the same provenance controls as software.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31927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Inject behaviour via a backdoored adapter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08/backdoored-adapter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immutable digests, verify signatures and provenance, use safe formats, scan dependencies, and load in isolation.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Confirm allow-listed sources and digests with benign fixtures, then fail closed on unknown or mutable artifacts.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familiar filename, package name, or model label is not proof of origin or safe behavior.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369563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Win dependency confusion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08/dependency-confusion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win dependency confusion, focusing on its supply-deps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 artifact, dataset, adapter, dependency, or registry record crosses the software supply-chain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identity and digest bind the artifact? Where is it loaded, merged, trained, or resolved?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AI artifacts can be executable or behavior-changing inputs and need the same provenance controls as software.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41985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Win dependency confusion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08/dependency-confusion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immutable digests, verify signatures and provenance, use safe formats, scan dependencies, and load in isolation.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Confirm allow-listed sources and digests with benign fixtures, then fail closed on unknown or mutable artifacts.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familiar filename, package name, or model label is not proof of origin or safe behavior.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069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47014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SSRF to cloud metadata -&gt; steal role credentials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09/metadata-ssrf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ssrf to cloud metadata -&gt; steal role credentials, focusing on its infra-ssrf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model-facing workload crosses into cloud metadata, administrative APIs, registries, or network destinations.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destinations can the workload reach? Which administrative or registry actions require authentication?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Workload identity and egress are authority boundaries; model-facing services should carry minimal ambient privilege.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52044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SSRF to cloud metadata -&gt; steal role credentials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09/metadata-ssrf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Default-deny egress, use workload identity, require admin authentication, isolate metadata, and keep secrets out of artifacts.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policy and use inert internal endpoints to confirm blocked destinations and authenticated administration.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Application input validation cannot compensate for broad network reach and over-privileged workload credentials.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57073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Abuse an unauthenticated admin inference route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09/open-inference-api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abuse an unauthenticated admin inference route, focusing on its infra-api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model-facing workload crosses into cloud metadata, administrative APIs, registries, or network destinations.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destinations can the workload reach? Which administrative or registry actions require authentication?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Workload identity and egress are authority boundaries; model-facing services should carry minimal ambient privilege.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621023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Abuse an unauthenticated admin inference route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09/open-inference-api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Default-deny egress, use workload identity, require admin authentication, isolate metadata, and keep secrets out of artifacts.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policy and use inert internal endpoints to confirm blocked destinations and authenticated administration.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Application input validation cannot compensate for broad network reach and over-privileged workload credentials.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671315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Recover a secret from a model card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09/registry-secrets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recover a secret from a model card, focusing on its infra-secrets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72160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Recover a secret from a model card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09/registry-secrets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flag verifier.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77190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Inventory the high-value AI assets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10/asset-inventory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inventory the high-value ai assets, focusing on its tm-assets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Assets, principals, data flows, and effects cross one or more explicitly modelled trust boundaries.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asset and principal are involved? What ordered path connects entry, privilege, action, and impact?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useful threat model explains relationships and complete paths rather than listing security keywords.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822191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Inventory the high-value AI assets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10/asset-inventory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Record assets, trust boundaries, data flows, assumptions, ranked paths, owners, and controls tied to each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models for concrete actors and ordered relationships; reject disconnected keyword inventories.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complete list of terms can still omit the relationship that makes a scenario possible.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artifact verifier.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872483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Map trust boundaries &amp; data flows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10/trust-boundaries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map trust boundaries &amp; data flows, focusing on its tm-boundaries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Assets, principals, data flows, and effects cross one or more explicitly modelled trust boundaries.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asset and principal are involved? What ordered path connects entry, privilege, action, and impact?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useful threat model explains relationships and complete paths rather than listing security keywords.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39/110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92277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Map trust boundaries &amp; data flows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10/trust-boundaries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Record assets, trust boundaries, data flows, assumptions, ranked paths, owners, and controls tied to each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models for concrete actors and ordered relationships; reject disconnected keyword inventories.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complete list of terms can still omit the relationship that makes a scenario possible.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artifact verifier.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079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397306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Enumerate end-to-end attack paths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10/attack-paths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enumerate end-to-end attack paths, focusing on its tm-paths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Assets, principals, data flows, and effects cross one or more explicitly modelled trust boundaries.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asset and principal are involved? What ordered path connects entry, privilege, action, and impact?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useful threat model explains relationships and complete paths rather than listing security keywords.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080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02336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Enumerate end-to-end attack paths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10/attack-paths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Record assets, trust boundaries, data flows, assumptions, ranked paths, owners, and controls tied to each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models for concrete actors and ordered relationships; reject disconnected keyword inventories.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complete list of terms can still omit the relationship that makes a scenario possible.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artifact verifier.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081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07365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Initial access via indirect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11/initial-access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initial access via indirect injection, focusing on its chain-access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Several individually limited weaknesses compose across content, identity, tools, data, and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earlier weakness enables the next step? Which control breaks the chain earliest and most reliably?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Security review must follow end-to-end authority and data flow because local controls can fail in composition.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082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12394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Initial access via indirect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11/initial-access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layered controls, trace provenance, minimise ambient authority, segment systems, and retain cross-service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each boundary independently with safe fixtures, then review the composed data flow without executing an attack chain.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control may stop one step while leaving another route to the same privileged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083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174235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Pivot through ambient authority to the vault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11/pivot-vault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pivot through ambient authority to the vault, focusing on its chain-pivot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Several individually limited weaknesses compose across content, identity, tools, data, and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earlier weakness enables the next step? Which control breaks the chain earliest and most reliably?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Security review must follow end-to-end authority and data flow because local controls can fail in composition.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084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224528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Pivot through ambient authority to the vault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11/pivot-vault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layered controls, trace provenance, minimise ambient authority, segment systems, and retain cross-service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each boundary independently with safe fixtures, then review the composed data flow without executing an attack chain.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control may stop one step while leaving another route to the same privileged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085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27482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Exfiltrate the crown-jewel secret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builtin · 11/exfil-crown-jewel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how the built-in challenge models exfiltrate the crown-jewel secret, focusing on its chain-exfil trust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Several individually limited weaknesses compose across content, identity, tools, data, and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earlier weakness enables the next step? Which control breaks the chain earliest and most reliably?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Security review must follow end-to-end authority and data flow because local controls can fail in composition.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00C4BE"/>
                </a:solidFill>
                <a:latin typeface="Avenir Next"/>
              </a:rPr>
              <a:t>086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00C4BE"/>
                </a:solidFill>
                <a:latin typeface="Avenir Next"/>
              </a:rPr>
              <a:t>builtin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32511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Exfiltrate the crown-jewel secret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00C4BE"/>
                </a:solidFill>
                <a:latin typeface="Avenir Next"/>
              </a:rPr>
              <a:t>Defensive resolution and review gotchas for builtin · 11/exfil-crown-jewel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layered controls, trace provenance, minimise ambient authority, segment systems, and retain cross-service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each boundary independently with safe fixtures, then review the composed data flow without executing an attack chain.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control may stop one step while leaving another route to the same privileged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00C4B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Built-in oracle verifier.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087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37540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Extract the System Prompt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L1-01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Extract the System Prompt scenario as implemented by OpenA2A, focusing on its data-exfiltration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088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42569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Extract the System Prompt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L1-01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089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475988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API Key Leak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L1-02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API Key Leak scenario as implemented by OpenA2A, focusing on its data-exfiltration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52628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API Key Leak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L1-02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576572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Basic Prompt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L1-03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Basic Prompt Injection scenario as implemented by OpenA2A, focusing on its prompt-injection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62686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Basic Prompt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L1-03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67715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Jailbreak via Roleplay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L2-01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Jailbreak via Roleplay scenario as implemented by OpenA2A, focusing on its jailbreak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727447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Jailbreak via Roleplay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77774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Context Window Manipulation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L2-02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Context Window Manipulation scenario as implemented by OpenA2A, focusing on its context-manipulation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828031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Context Window Manipulation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87832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MCP Path Traversal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L2-03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MCP Path Traversal scenario as implemented by OpenA2A, focusing on its mcp-exploitation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49/110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92861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MCP Path Traversal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099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4978907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Persistent Memory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L2-04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Persistent Memory Injection scenario as implemented by OpenA2A, focusing on its memory-injection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02920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Persistent Memory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079492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Memory Credential Extraction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L2-05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Memory Credential Extraction scenario as implemented by OpenA2A, focusing on its memory-injection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12978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Memory Credential Extraction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18007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Context Padding Attack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L2-06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Context Padding Attack scenario as implemented by OpenA2A, focusing on its context-overflow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230368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Context Padding Attack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28066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Safety Instruction Displacement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L2-07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Safety Instruction Displacement scenario as implemented by OpenA2A, focusing on its context-overflow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330951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Safety Instruction Displacement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38124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Malicious Tool Registration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L2-08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Malicious Tool Registration scenario as implemented by OpenA2A, focusing on its tool-registry-poisoning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43153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Malicious Tool Registration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109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481827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 Call MITM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L2-09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Tool Call MITM scenario as implemented by OpenA2A, focusing on its tool-mitm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Identity and request meaning cross proxies, origins, sessions, protocol versions, or downstream services.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layer decides request meaning? Are origin, audience, version, and session identifiers bound exactly?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Every layer must agree on one canonical request and bind credentials to the intended origin, audience, and session.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53212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Tool Call MITM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L2-09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Canonicalise once, validate exact origins and audiences, use unpredictable sessions, and reject contradictory routing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Exercise mismatched headers and metadata with harmless requests and assert that every layer reaches the same deny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gateway and application can each appear correct while authorising different interpretations of one request.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582412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Chained Prompt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L3-01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Chained Prompt Injection scenario as implemented by OpenA2A, focusing on its prompt-injection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63270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Chained Prompt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L3-01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68299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SSRF via MCP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L3-02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SSRF via MCP scenario as implemented by OpenA2A, focusing on its mcp-exploitation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model-facing workload crosses into cloud metadata, administrative APIs, registries, or network destinations.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destinations can the workload reach? Which administrative or registry actions require authentication?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Workload identity and egress are authority boundaries; model-facing services should carry minimal ambient privilege.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733288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SSRF via MCP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L3-02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Default-deny egress, use workload identity, require admin authentication, isolate metadata, and keep secrets out of artifacts.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policy and use inert internal endpoints to confirm blocked destinations and authenticated administration.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Application input validation cannot compensate for broad network reach and over-privileged workload credentials.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78358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Self-Replicating Memory Entry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L3-03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Self-Replicating Memory Entry scenario as implemented by OpenA2A, focusing on its memory-injection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833872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Self-Replicating Memory Entry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L3-03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88416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System Prompt Extraction via Context Pressure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L3-04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System Prompt Extraction via Context Pressure scenario as implemented by OpenA2A, focusing on its context-overflow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59/110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93445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System Prompt Extraction via Context Pressure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L3-04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119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5984747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 Typosquatting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L3-05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Tool Typosquatting scenario as implemented by OpenA2A, focusing on its tool-registry-poisoning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03504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Tool Typosquatting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L3-05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085331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 Chain Data Exfiltration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L3-06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Tool Chain Data Exfiltration scenario as implemented by OpenA2A, focusing on its tool-registry-poisoning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13562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Tool Chain Data Exfiltration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L3-06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18591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 Shadowing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L3-07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Tool Shadowing scenario as implemented by OpenA2A, focusing on its tool-mitm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Identity and request meaning cross proxies, origins, sessions, protocol versions, or downstream services.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layer decides request meaning? Are origin, audience, version, and session identifiers bound exactly?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Every layer must agree on one canonical request and bind credentials to the intended origin, audience, and session.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236207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Tool Shadowing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L3-07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Canonicalise once, validate exact origins and audiences, use unpredictable sessions, and reject contradictory routing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Exercise mismatched headers and metadata with harmless requests and assert that every layer reaches the same deny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gateway and application can each appear correct while authorising different interpretations of one request.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28650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Traffic Redirection Attack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L3-08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Traffic Redirection Attack scenario as implemented by OpenA2A, focusing on its tool-mitm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Identity and request meaning cross proxies, origins, sessions, protocol versions, or downstream services.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layer decides request meaning? Are origin, audience, version, and session identifiers bound exactly?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Every layer must agree on one canonical request and bind credentials to the intended origin, audience, and session.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336792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Traffic Redirection Attack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L3-08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Canonicalise once, validate exact origins and audiences, use unpredictable sessions, and reject contradictory routing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Exercise mismatched headers and metadata with harmless requests and assert that every layer reaches the same deny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gateway and application can each appear correct while authorising different interpretations of one request.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387084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Compromise SecureBot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L4-01 · expert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Compromise SecureBot scenario as implemented by OpenA2A, focusing on its mixed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Several individually limited weaknesses compose across content, identity, tools, data, and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earlier weakness enables the next step? Which control breaks the chain earliest and most reliably?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Security review must follow end-to-end authority and data flow because local controls can fail in composition.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437376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Compromise SecureBot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L4-01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layered controls, trace provenance, minimise ambient authority, segment systems, and retain cross-service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each boundary independently with safe fixtures, then review the composed data flow without executing an attack chain.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control may stop one step while leaving another route to the same privileged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129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487668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Agent-to-Agent Attack Chain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dvaa · L4-02 · expert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Agent-to-Agent Attack Chain scenario as implemented by OpenA2A, focusing on its agent-to-agent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principal, object, task, or delegated action crosses an identity and authorisation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is authenticated? Is the object and delegated action authorised for that principal?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Declared identity and delegated context are claims; authenticate the caller and authorise the resulting action.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9779E0"/>
                </a:solidFill>
                <a:latin typeface="Avenir Next"/>
              </a:rPr>
              <a:t>130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9779E0"/>
                </a:solidFill>
                <a:latin typeface="Avenir Next"/>
              </a:rPr>
              <a:t>dvaa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53796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Agent-to-Agent Attack Chain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9779E0"/>
                </a:solidFill>
                <a:latin typeface="Avenir Next"/>
              </a:rPr>
              <a:t>Defensive resolution and review gotchas for dvaa · L4-02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signed identities, audience-bound credentials, object-level checks, task ownership, and least privilege.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negative authorisation tests for wrong users, objects, audiences, tasks, and replayed context identifiers.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valid sender or token does not automatically authorise every downstream object or action.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9779E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588251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 Poisoning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A1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Tool Poisoning scenario as implemented by Sabyasachi Dhal, focusing on its MCP-specific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63854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Tool Poisoning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A1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68883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 Shadowing / Trusted-Tool Override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A2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Tool Shadowing / Trusted-Tool Override scenario as implemented by Sabyasachi Dhal, focusing on its MCP-specific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739127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Tool Shadowing / Trusted-Tool Override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A2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78942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Rug Pull / Tool Mutation (TOCTOU)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A3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Rug Pull / Tool Mutation (TOCTOU) scenario as implemented by Sabyasachi Dhal, focusing on its MCP-specific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83971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Rug Pull / Tool Mutation (TOCTOU)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A3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89000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Indirect Prompt Injection via Tool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B1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Indirect Prompt Injection via Tool Output scenario as implemented by Sabyasachi Dhal, focusing on its Prompt/Context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69/110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94029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Indirect Prompt Injection via Tool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B1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139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6990588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Command Injection (RCE)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D1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Command Injection (RCE) scenario as implemented by Sabyasachi Dhal,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04088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Command Injection (RCE)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D1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09117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Path Traversal / Arbitrary File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D2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Path Traversal / Arbitrary File Read scenario as implemented by Sabyasachi Dhal,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14146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Path Traversal / Arbitrary File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D2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19175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Server-Side Request Forgery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D3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Server-Side Request Forgery scenario as implemented by Sabyasachi Dhal,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model-facing workload crosses into cloud metadata, administrative APIs, registries, or network destinations.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destinations can the workload reach? Which administrative or registry actions require authentication?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Workload identity and egress are authority boundaries; model-facing services should carry minimal ambient privilege.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242047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Server-Side Request Forgery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D3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Default-deny egress, use workload identity, require admin authentication, isolate metadata, and keep secrets out of artifacts.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policy and use inert internal endpoints to confirm blocked destinations and authenticated administration.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Application input validation cannot compensate for broad network reach and over-privileged workload credentials.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29234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SQL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D4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SQL Injection scenario as implemented by Sabyasachi Dhal,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342631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SQL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D4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39292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Broken Authorization / Confused Deputy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C2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Broken Authorization / Confused Deputy scenario as implemented by Sabyasachi Dhal, focusing on its AuthN/AuthZ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principal, object, task, or delegated action crosses an identity and authorisation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is authenticated? Is the object and delegated action authorised for that principal?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Declared identity and delegated context are claims; authenticate the caller and authorise the resulting action.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44321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Broken Authorization / Confused Deputy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C2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signed identities, audience-bound credentials, object-level checks, task ownership, and least privilege.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negative authorisation tests for wrong users, objects, audiences, tasks, and replayed context identifiers.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valid sender or token does not automatically authorise every downstream object or action.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149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493507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Insecure Direct Object 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C3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Insecure Direct Object Reference scenario as implemented by Sabyasachi Dhal, focusing on its AuthN/AuthZ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principal, object, task, or delegated action crosses an identity and authorisation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is authenticated? Is the object and delegated action authorised for that principal?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Declared identity and delegated context are claims; authenticate the caller and authorise the resulting action.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54380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Insecure Direct Object 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C3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signed identities, audience-bound credentials, object-level checks, task ownership, and least privilege.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negative authorisation tests for wrong users, objects, audiences, tasks, and replayed context identifiers.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valid sender or token does not automatically authorise every downstream object or action.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59409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Sensitive Data Exposure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E1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Sensitive Data Exposure scenario as implemented by Sabyasachi Dhal, focusing on its Secrets/Exposure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644383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Sensitive Data Exposure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E1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694675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Invisible-Text Tool Poisoning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A9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Invisible-Text Tool Poisoning scenario as implemented by Sabyasachi Dhal, focusing on its MCP-specific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744967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Invisible-Text Tool Poisoning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A9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79526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Indirect Injection via Resource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B2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Indirect Injection via Resource Content scenario as implemented by Sabyasachi Dhal, focusing on its Prompt/Context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84555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Indirect Injection via Resource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B2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89584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Prompt-Template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B3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Prompt-Template Injection scenario as implemented by Sabyasachi Dhal, focusing on its Prompt/Context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79/110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94613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Prompt-Template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B3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159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7996427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Sampling Abuse (server-driven LLM calls)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B5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Sampling Abuse (server-driven LLM calls) scenario as implemented by Sabyasachi Dhal, focusing on its MCP-specific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04672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Sampling Abuse (server-driven LLM calls)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B5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09701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OAuth Token-Audience Confusion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C4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OAuth Token-Audience Confusion scenario as implemented by Sabyasachi Dhal, focusing on its AuthN/AuthZ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principal, object, task, or delegated action crosses an identity and authorisation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is authenticated? Is the object and delegated action authorised for that principal?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Declared identity and delegated context are claims; authenticate the caller and authorise the resulting action.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14730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OAuth Token-Audience Confusion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C4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signed identities, audience-bound credentials, object-level checks, task ownership, and least privilege.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negative authorisation tests for wrong users, objects, audiences, tasks, and replayed context identifiers.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valid sender or token does not automatically authorise every downstream object or action.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19759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Server-Side Template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D6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Server-Side Template Injection scenario as implemented by Sabyasachi Dhal,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247888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Server-Side Template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D6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298179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DNS Rebinding / Missing Origin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F1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DNS Rebinding / Missing Origin Validation scenario as implemented by Sabyasachi Dhal, focusing on its Transport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Identity and request meaning cross proxies, origins, sessions, protocol versions, or downstream services.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layer decides request meaning? Are origin, audience, version, and session identifiers bound exactly?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Every layer must agree on one canonical request and bind credentials to the intended origin, audience, and session.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348471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DNS Rebinding / Missing Origin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F1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Canonicalise once, validate exact origins and audiences, use unpredictable sessions, and reject contradictory routing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Exercise mismatched headers and metadata with harmless requests and assert that every layer reaches the same deny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gateway and application can each appear correct while authorising different interpretations of one request.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39876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CORS Misconfiguration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F2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CORS Misconfiguration scenario as implemented by Sabyasachi Dhal, focusing on its Transport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Identity and request meaning cross proxies, origins, sessions, protocol versions, or downstream services.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layer decides request meaning? Are origin, audience, version, and session identifiers bound exactly?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Every layer must agree on one canonical request and bind credentials to the intended origin, audience, and session.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44905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CORS Misconfiguration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F2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Canonicalise once, validate exact origins and audiences, use unpredictable sessions, and reject contradictory routing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Exercise mismatched headers and metadata with harmless requests and assert that every layer reaches the same deny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gateway and application can each appear correct while authorising different interpretations of one request.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169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499348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Predictable Session IDs (hijack)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C6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Predictable Session IDs (hijack) scenario as implemented by Sabyasachi Dhal, focusing on its Transport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Identity and request meaning cross proxies, origins, sessions, protocol versions, or downstream services.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layer decides request meaning? Are origin, audience, version, and session identifiers bound exactly?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Every layer must agree on one canonical request and bind credentials to the intended origin, audience, and session.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54964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Predictable Session IDs (hijack)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C6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Canonicalise once, validate exact origins and audiences, use unpredictable sessions, and reject contradictory routing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Exercise mismatched headers and metadata with harmless requests and assert that every layer reaches the same deny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gateway and application can each appear correct while authorising different interpretations of one request.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59993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Unbounded Consumption (cost/DoS)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G1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Unbounded Consumption (cost/DoS) scenario as implemented by Sabyasachi Dhal, focusing on its DoS/Cost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Attacker-controlled work crosses compute, memory, token, concurrency, or financial budget boundaries.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resource grows with input? Where are tenant, tool, and global budgets enforced?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Availability and spend are security properties that require explicit per-request and aggregate budgets.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65022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Unbounded Consumption (cost/DoS)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G1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Set timeouts, size and token limits, concurrency quotas, rate limits, cancellation, and cost telemetry.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bounded synthetic workloads to assert predictable rejection before resource use approaches operational limits.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Per-request limits alone miss distributed or repeated consumption across sessions and identities.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700515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Regular-Expression DoS (ReDoS)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G4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Regular-Expression DoS (ReDoS) scenario as implemented by Sabyasachi Dhal, focusing on its DoS/Cost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Attacker-controlled work crosses compute, memory, token, concurrency, or financial budget boundaries.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resource grows with input? Where are tenant, tool, and global budgets enforced?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Availability and spend are security properties that require explicit per-request and aggregate budgets.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750808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Regular-Expression DoS (ReDoS)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G4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Set timeouts, size and token limits, concurrency quotas, rate limits, cancellation, and cost telemetry.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bounded synthetic workloads to assert predictable rejection before resource use approaches operational limits.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Per-request limits alone miss distributed or repeated consumption across sessions and identities.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80110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NoSQL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D5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NoSQL Injection scenario as implemented by Sabyasachi Dhal,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85139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NoSQL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D5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90168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XML External Entity (XXE)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D7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XML External Entity (XXE) scenario as implemented by Sabyasachi Dhal,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89/110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895197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XML External Entity (XXE)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D7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179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002268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Insecure Deserialization (prototype pollution)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D8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Insecure Deserialization (prototype pollution) scenario as implemented by Sabyasachi Dhal,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180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052560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Insecure Deserialization (prototype pollution)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D8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181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10285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Supply Chain (typosquat / unsigned package)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mcpgoat · H1 · tiered · 3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Supply Chain (typosquat / unsigned package) scenario as implemented by Sabyasachi Dhal, focusing on its Supply chain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 artifact, dataset, adapter, dependency, or registry record crosses the software supply-chain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identity and digest bind the artifact? Where is it loaded, merged, trained, or resolved?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AI artifacts can be executable or behavior-changing inputs and need the same provenance controls as software.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19B4E"/>
                </a:solidFill>
                <a:latin typeface="Avenir Next"/>
              </a:rPr>
              <a:t>182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F19B4E"/>
                </a:solidFill>
                <a:latin typeface="Avenir Next"/>
              </a:rPr>
              <a:t>mcpgoat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15314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Supply Chain (typosquat / unsigned package)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F19B4E"/>
                </a:solidFill>
                <a:latin typeface="Avenir Next"/>
              </a:rPr>
              <a:t>Defensive resolution and review gotchas for mcpgoat · H1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immutable digests, verify signatures and provenance, use safe formats, scan dependencies, and load in isolation.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Confirm allow-listed sources and digests with benign fixtures, then fail closed on unknown or mutable artifacts.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familiar filename, package name, or model label is not proof of origin or safe behavior.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F19B4E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183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203436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Basic Prompt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01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Basic Prompt Injection scenario as implemented by Harish Santhanalakshmi Ganesan, focusing on its Prompt/Context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184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253728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Basic Prompt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185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304020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 Poisoning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02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Tool Poisoning scenario as implemented by Harish Santhanalakshmi Ganesan, focusing on its MCP-specific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186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354312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Tool Poisoning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187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404603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Excessive Permission Scope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03 · easy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Excessive Permission Scope scenario as implemented by Harish Santhanalakshmi Ganesan, focusing on its AuthN/AuthZ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principal, object, task, or delegated action crosses an identity and authorisation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principal is authenticated? Is the object and delegated action authorised for that principal?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Declared identity and delegated context are claims; authenticate the caller and authorise the resulting action.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188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454895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Excessive Permission Scope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signed identities, audience-bound credentials, object-level checks, task ownership, and least privilege.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negative authorisation tests for wrong users, objects, audiences, tasks, and replayed context identifiers.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valid sender or token does not automatically authorise every downstream object or action.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189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505188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Rug Pull Attack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04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Rug Pull Attack scenario as implemented by Harish Santhanalakshmi Ganesan, focusing on its MCP-specific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555480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Rug Pull Attack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605772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Tool Shadowing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05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Tool Shadowing scenario as implemented by Harish Santhanalakshmi Ganesan, focusing on its MCP-specific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656063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Tool Shadowing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706355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Indirect Prompt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06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Indirect Prompt Injection scenario as implemented by Harish Santhanalakshmi Ganesan, focusing on its Prompt/Context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756648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Indirect Prompt Injection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806940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Token Theft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07 · medium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Token Theft scenario as implemented by Harish Santhanalakshmi Ganesan, focusing on its Secrets/Exposure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857232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Token Theft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907524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Malicious Code Execution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08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Malicious Code Execution scenario as implemented by Harish Santhanalakshmi Ganesan,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99/110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9957815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Malicious Code Execution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199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008108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Remote Access Control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09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Remote Access Control scenario as implemented by Harish Santhanalakshmi Ganesan,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200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058400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Remote Access Control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09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201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108692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Multi-Vector Attack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dvmcp · 10 · hard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Multi-Vector Attack scenario as implemented by Harish Santhanalakshmi Ganesan, focusing on its Attack chain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Several individually limited weaknesses compose across content, identity, tools, data, and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earlier weakness enables the next step? Which control breaks the chain earliest and most reliably?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Security review must follow end-to-end authority and data flow because local controls can fail in composition.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37D3B0"/>
                </a:solidFill>
                <a:latin typeface="Avenir Next"/>
              </a:rPr>
              <a:t>202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37D3B0"/>
                </a:solidFill>
                <a:latin typeface="Avenir Next"/>
              </a:rPr>
              <a:t>dvmcp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101/110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158984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Multi-Vector Attack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37D3B0"/>
                </a:solidFill>
                <a:latin typeface="Avenir Next"/>
              </a:rPr>
              <a:t>Defensive resolution and review gotchas for dvmcp · 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layered controls, trace provenance, minimise ambient authority, segment systems, and retain cross-service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each boundary independently with safe fixtures, then review the composed data flow without executing an attack chain.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control may stop one step while leaving another route to the same privileged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37D3B0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203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209276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Filesystem Workspace Actions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filesystem-workspace-actions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Filesystem Workspace Actions scenario as implemented by Appsecco, focusing on its Path traversal / code execution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204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102/110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259568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Filesystem Workspace Actions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filesystem-workspace-actions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205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309860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Indirect Prompt Injection (stdio)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indirect-prompt-injection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Indirect Prompt Injection (stdio) scenario as implemented by Appsecco, focusing on its Prompt/Context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206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103/110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360152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Indirect Prompt Injection (stdio)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indirect-prompt-injection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207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410444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Indirect Prompt Injection (HTTP+SSE)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indirect-prompt-injection-remote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Indirect Prompt Injection (HTTP+SSE) scenario as implemented by Appsecco, focusing on its Prompt/Context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208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104/110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460736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Indirect Prompt Injection (HTTP+SSE)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indirect-prompt-injection-remote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209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511028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Malicious Code Execution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malicious-code-exec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Malicious Code Execution scenario as implemented by Appsecco, focusing on its Injection sink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structured input reaches a filesystem, interpreter, query engine, parser, or process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sink interprets the value? Is validation applied after decoding and canonicalisation?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The safe boundary is the sink: preserve structure and avoid turning data into executable syntax.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105/110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561320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Malicious Code Execution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malicious-code-exec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parameterised APIs, safe parsers, canonical path containment, allow-lists, and a restricted runtime.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Add non-destructive negative tests for malformed, encoded, absolute, and boundary-crossing values.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blacklist applied before decoding or normalisation can approve a value that becomes dangerous later.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211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611612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Malicious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malicious-tools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Malicious Tools scenario as implemented by Appsecco, focusing on its Tool output poisoning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MCP metadata, content, or a remote capability crosses from a server into a host with model or system authority.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does the host trust before execution? Can definitions, results, or capabilities change after approval?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Treat server metadata and results as untrusted input, and keep protocol capability separate from permission.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212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106/110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661903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Malicious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malicious-tools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and diff definitions, canonicalise metadata, authorise each call, sandbox execution, and require explicit consent.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Validate canonical definitions and repeated calls with benign fixtures; assert that changed or excessive capability is rejected.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One-time approval does not cover later metadata mutation, hidden text, or a broader runtime effect.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213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712195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Namespace Typosquatting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namespace-typosquatting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Namespace Typosquatting scenario as implemented by Appsecco, focusing on its Supply chain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 artifact, dataset, adapter, dependency, or registry record crosses the software supply-chain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identity and digest bind the artifact? Where is it loaded, merged, trained, or resolved?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AI artifacts can be executable or behavior-changing inputs and need the same provenance controls as software.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214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107/110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762488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Namespace Typosquatting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namespace-typosquatting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immutable digests, verify signatures and provenance, use safe formats, scan dependencies, and load in isolation.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Confirm allow-listed sources and digests with benign fixtures, then fail closed on unknown or mutable artifacts.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familiar filename, package name, or model label is not proof of origin or safe behavior.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215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812780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Outdated Packages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outdated-packages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Outdated Packages scenario as implemented by Appsecco, focusing on its Supply chain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model artifact, dataset, adapter, dependency, or registry record crosses the software supply-chain boundary.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What identity and digest bind the artifact? Where is it loaded, merged, trained, or resolved?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AI artifacts can be executable or behavior-changing inputs and need the same provenance controls as software.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216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108/110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863072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Outdated Packages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outdated-packages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Pin immutable digests, verify signatures and provenance, use safe formats, scan dependencies, and load in isolation.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Confirm allow-listed sources and digests with benign fixtures, then fail closed on unknown or mutable artifacts.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A familiar filename, package name, or model label is not proof of origin or safe behavior.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217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913363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Secrets and PII Exposure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secrets-pii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Secrets and PII Exposure scenario as implemented by Appsecco, focusing on its Secrets/Exposure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Sensitive configuration or identity data crosses into a response, log, completion, or model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Where is sensitive data introduced? Which output, error, metadata, or completion path can reveal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Secrets should remain outside prompts and should be disclosed only through explicit, authorised interfaces.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218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109/110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0963655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Secrets and PII Exposure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secrets-pii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a secrets manager, minimise context, redact errors and logs, authorise reads, and monitor disclosure paths.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Test redaction and access decisions with synthetic canaries and assert that unauthorised callers receive no value.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Masking the final response is insufficient when the same value remains available through debug or metadata paths.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219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110/110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1013948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Wikipedia (Streamable HTTP)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appsecco-mcp · wikipedia-streamable · ungraded · 1 variant(s)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Review the Wikipedia (Streamable HTTP) scenario as implemented by Appsecco, focusing on its Remote content injection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Untrusted content crosses into model-visible instructions or persistent context.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Which fields can influence instructions? Can retrieved, tool, or remembered content persist or trigger an action?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Content provenance and instruction authority must remain distinct throughout the model pipeline.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DEFENSIVE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01168"/>
            <a:ext cx="960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EE5369"/>
                </a:solidFill>
                <a:latin typeface="Avenir Next"/>
              </a:rPr>
              <a:t>220 / 220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81344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>
                <a:solidFill>
                  <a:srgbClr val="EE5369"/>
                </a:solidFill>
                <a:latin typeface="Avenir Next"/>
              </a:rPr>
              <a:t>appsecco-mcp  • 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181344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A4B7BE"/>
                </a:solidFill>
                <a:latin typeface="Avenir Next"/>
              </a:rPr>
              <a:t>PAIR 110/110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6F9F8"/>
                </a:solidFill>
                <a:latin typeface="Avenir Next"/>
              </a:rPr>
              <a:t>Resolution · Wikipedia (Streamable HTTP)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27632"/>
            <a:ext cx="10881360" cy="749808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73936"/>
            <a:ext cx="103784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EE5369"/>
                </a:solidFill>
                <a:latin typeface="Avenir Next"/>
              </a:rPr>
              <a:t>Defensive resolution and review gotchas for appsecco-mcp · wikipedia-streamable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96896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2779776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2688336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typed instruction/data channels, provenance labels, output checks, scoped memory, and least-privilege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429000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611880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1" y="3520440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Use inert policy fixtures to confirm untrusted text remains data and cannot alter an authorised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61104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443984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GOTCHA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4352544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Filtering only the current user message misses instructions arriving through retrieval, tools, or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8"/>
            <a:ext cx="10881360" cy="694944"/>
          </a:xfrm>
          <a:prstGeom prst="roundRect">
            <a:avLst/>
          </a:prstGeom>
          <a:solidFill>
            <a:srgbClr val="0A1F2F"/>
          </a:solidFill>
          <a:ln>
            <a:solidFill>
              <a:srgbClr val="1F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276088"/>
            <a:ext cx="12252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EE5369"/>
                </a:solidFill>
                <a:latin typeface="Avenir Next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5184648"/>
            <a:ext cx="916228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6F9F8"/>
                </a:solidFill>
                <a:latin typeface="Avenir Next"/>
              </a:rPr>
              <a:t>Offensive solution not verified—outside the current scope. Pinned upstream implementation; RedSec adapter health evidence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RedSec Range — Defensive Challenge Learning Deck</dc:title>
  <dc:subject>Defensive review and remediation for AI, A2A, and MCP challenge concepts</dc:subject>
  <dc:creator>RedSec Range</dc:creator>
  <cp:keywords>AI security, MCP, A2A, defensive review, training</cp:keywords>
  <dc:description>source-sha256:33fdb082f771fb785949007b3522d41fb0441b42d10c40d023c4795a2bf535fe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